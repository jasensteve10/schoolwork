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8" r:id="rId5"/>
    <p:sldId id="256" r:id="rId6"/>
    <p:sldId id="257" r:id="rId7"/>
    <p:sldId id="301" r:id="rId8"/>
    <p:sldId id="302" r:id="rId9"/>
    <p:sldId id="303" r:id="rId10"/>
    <p:sldId id="314" r:id="rId11"/>
    <p:sldId id="305" r:id="rId12"/>
    <p:sldId id="306" r:id="rId13"/>
    <p:sldId id="315" r:id="rId14"/>
    <p:sldId id="307" r:id="rId15"/>
    <p:sldId id="313" r:id="rId16"/>
    <p:sldId id="308" r:id="rId17"/>
    <p:sldId id="309" r:id="rId18"/>
    <p:sldId id="310" r:id="rId19"/>
    <p:sldId id="312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8" r:id="rId43"/>
    <p:sldId id="339" r:id="rId44"/>
    <p:sldId id="340" r:id="rId45"/>
    <p:sldId id="341" r:id="rId46"/>
    <p:sldId id="279" r:id="rId47"/>
  </p:sldIdLst>
  <p:sldSz cx="18288000" cy="10287000"/>
  <p:notesSz cx="6858000" cy="9144000"/>
  <p:embeddedFontLst>
    <p:embeddedFont>
      <p:font typeface="Consolas" panose="020B0609020204030204" pitchFamily="49" charset="0"/>
      <p:regular r:id="rId48"/>
      <p:bold r:id="rId49"/>
      <p:italic r:id="rId50"/>
      <p:boldItalic r:id="rId51"/>
    </p:embeddedFont>
    <p:embeddedFont>
      <p:font typeface="League Spartan" pitchFamily="2" charset="0"/>
      <p:regular r:id="rId52"/>
      <p:bold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1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E50A8E-32E1-4F56-ABD6-3679AB1E199B}" v="27" dt="2024-11-07T08:51:20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4" autoAdjust="0"/>
    <p:restoredTop sz="94622" autoAdjust="0"/>
  </p:normalViewPr>
  <p:slideViewPr>
    <p:cSldViewPr>
      <p:cViewPr varScale="1">
        <p:scale>
          <a:sx n="70" d="100"/>
          <a:sy n="70" d="100"/>
        </p:scale>
        <p:origin x="86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3.fntdata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6.fntdata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1.fntdata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4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2.fntdata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ément ZIANE" userId="aa8721fc-2935-48cf-9afe-91d2e8923272" providerId="ADAL" clId="{D7E50A8E-32E1-4F56-ABD6-3679AB1E199B}"/>
    <pc:docChg chg="undo redo custSel addSld delSld modSld sldOrd">
      <pc:chgData name="Clément ZIANE" userId="aa8721fc-2935-48cf-9afe-91d2e8923272" providerId="ADAL" clId="{D7E50A8E-32E1-4F56-ABD6-3679AB1E199B}" dt="2024-11-07T08:54:11.406" v="567" actId="20577"/>
      <pc:docMkLst>
        <pc:docMk/>
      </pc:docMkLst>
      <pc:sldChg chg="modSp mod">
        <pc:chgData name="Clément ZIANE" userId="aa8721fc-2935-48cf-9afe-91d2e8923272" providerId="ADAL" clId="{D7E50A8E-32E1-4F56-ABD6-3679AB1E199B}" dt="2024-11-07T08:23:51.063" v="10" actId="20577"/>
        <pc:sldMkLst>
          <pc:docMk/>
          <pc:sldMk cId="0" sldId="256"/>
        </pc:sldMkLst>
        <pc:spChg chg="mod">
          <ac:chgData name="Clément ZIANE" userId="aa8721fc-2935-48cf-9afe-91d2e8923272" providerId="ADAL" clId="{D7E50A8E-32E1-4F56-ABD6-3679AB1E199B}" dt="2024-11-07T08:23:51.063" v="10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Clément ZIANE" userId="aa8721fc-2935-48cf-9afe-91d2e8923272" providerId="ADAL" clId="{D7E50A8E-32E1-4F56-ABD6-3679AB1E199B}" dt="2024-11-07T08:24:17.595" v="13" actId="12"/>
        <pc:sldMkLst>
          <pc:docMk/>
          <pc:sldMk cId="0" sldId="257"/>
        </pc:sldMkLst>
        <pc:spChg chg="mod">
          <ac:chgData name="Clément ZIANE" userId="aa8721fc-2935-48cf-9afe-91d2e8923272" providerId="ADAL" clId="{D7E50A8E-32E1-4F56-ABD6-3679AB1E199B}" dt="2024-11-07T08:24:07.074" v="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Clément ZIANE" userId="aa8721fc-2935-48cf-9afe-91d2e8923272" providerId="ADAL" clId="{D7E50A8E-32E1-4F56-ABD6-3679AB1E199B}" dt="2024-11-07T08:24:17.595" v="13" actId="12"/>
          <ac:spMkLst>
            <pc:docMk/>
            <pc:sldMk cId="0" sldId="257"/>
            <ac:spMk id="7" creationId="{5A21EAC8-27A8-CEEA-AE97-2D38313CD1E1}"/>
          </ac:spMkLst>
        </pc:spChg>
      </pc:sldChg>
      <pc:sldChg chg="addSp delSp modSp mod">
        <pc:chgData name="Clément ZIANE" userId="aa8721fc-2935-48cf-9afe-91d2e8923272" providerId="ADAL" clId="{D7E50A8E-32E1-4F56-ABD6-3679AB1E199B}" dt="2024-11-07T08:25:03.048" v="24" actId="1076"/>
        <pc:sldMkLst>
          <pc:docMk/>
          <pc:sldMk cId="2012234439" sldId="301"/>
        </pc:sldMkLst>
        <pc:spChg chg="mod">
          <ac:chgData name="Clément ZIANE" userId="aa8721fc-2935-48cf-9afe-91d2e8923272" providerId="ADAL" clId="{D7E50A8E-32E1-4F56-ABD6-3679AB1E199B}" dt="2024-11-07T08:24:33.857" v="16"/>
          <ac:spMkLst>
            <pc:docMk/>
            <pc:sldMk cId="2012234439" sldId="301"/>
            <ac:spMk id="4" creationId="{945CE734-68E8-0716-EC7F-60832D849D32}"/>
          </ac:spMkLst>
        </pc:spChg>
        <pc:spChg chg="add mod">
          <ac:chgData name="Clément ZIANE" userId="aa8721fc-2935-48cf-9afe-91d2e8923272" providerId="ADAL" clId="{D7E50A8E-32E1-4F56-ABD6-3679AB1E199B}" dt="2024-11-07T08:25:03.048" v="24" actId="1076"/>
          <ac:spMkLst>
            <pc:docMk/>
            <pc:sldMk cId="2012234439" sldId="301"/>
            <ac:spMk id="6" creationId="{EDBCA73A-BEE1-F029-1D66-A689594C8E7B}"/>
          </ac:spMkLst>
        </pc:spChg>
        <pc:spChg chg="del">
          <ac:chgData name="Clément ZIANE" userId="aa8721fc-2935-48cf-9afe-91d2e8923272" providerId="ADAL" clId="{D7E50A8E-32E1-4F56-ABD6-3679AB1E199B}" dt="2024-11-07T08:24:37.214" v="17" actId="478"/>
          <ac:spMkLst>
            <pc:docMk/>
            <pc:sldMk cId="2012234439" sldId="301"/>
            <ac:spMk id="7" creationId="{B9B3F2E4-D5D0-BBA8-1278-6F72B32A993B}"/>
          </ac:spMkLst>
        </pc:spChg>
        <pc:spChg chg="add mod">
          <ac:chgData name="Clément ZIANE" userId="aa8721fc-2935-48cf-9afe-91d2e8923272" providerId="ADAL" clId="{D7E50A8E-32E1-4F56-ABD6-3679AB1E199B}" dt="2024-11-07T08:25:03.048" v="24" actId="1076"/>
          <ac:spMkLst>
            <pc:docMk/>
            <pc:sldMk cId="2012234439" sldId="301"/>
            <ac:spMk id="8" creationId="{3D79E641-941A-1D53-1D53-4B66B738DFD7}"/>
          </ac:spMkLst>
        </pc:spChg>
        <pc:spChg chg="add mod">
          <ac:chgData name="Clément ZIANE" userId="aa8721fc-2935-48cf-9afe-91d2e8923272" providerId="ADAL" clId="{D7E50A8E-32E1-4F56-ABD6-3679AB1E199B}" dt="2024-11-07T08:25:03.048" v="24" actId="1076"/>
          <ac:spMkLst>
            <pc:docMk/>
            <pc:sldMk cId="2012234439" sldId="301"/>
            <ac:spMk id="10" creationId="{3EFD2098-23A9-43E4-CAD9-DD764B2BFCA6}"/>
          </ac:spMkLst>
        </pc:spChg>
        <pc:spChg chg="add mod">
          <ac:chgData name="Clément ZIANE" userId="aa8721fc-2935-48cf-9afe-91d2e8923272" providerId="ADAL" clId="{D7E50A8E-32E1-4F56-ABD6-3679AB1E199B}" dt="2024-11-07T08:25:03.048" v="24" actId="1076"/>
          <ac:spMkLst>
            <pc:docMk/>
            <pc:sldMk cId="2012234439" sldId="301"/>
            <ac:spMk id="12" creationId="{D5B678D6-555E-AEB3-459B-0BDD337F6C0C}"/>
          </ac:spMkLst>
        </pc:spChg>
        <pc:cxnChg chg="add mod">
          <ac:chgData name="Clément ZIANE" userId="aa8721fc-2935-48cf-9afe-91d2e8923272" providerId="ADAL" clId="{D7E50A8E-32E1-4F56-ABD6-3679AB1E199B}" dt="2024-11-07T08:25:03.048" v="24" actId="1076"/>
          <ac:cxnSpMkLst>
            <pc:docMk/>
            <pc:sldMk cId="2012234439" sldId="301"/>
            <ac:cxnSpMk id="9" creationId="{EDAEF1C1-5E8B-E3F8-67F3-DD40974B8BFE}"/>
          </ac:cxnSpMkLst>
        </pc:cxnChg>
        <pc:cxnChg chg="add mod">
          <ac:chgData name="Clément ZIANE" userId="aa8721fc-2935-48cf-9afe-91d2e8923272" providerId="ADAL" clId="{D7E50A8E-32E1-4F56-ABD6-3679AB1E199B}" dt="2024-11-07T08:25:03.048" v="24" actId="1076"/>
          <ac:cxnSpMkLst>
            <pc:docMk/>
            <pc:sldMk cId="2012234439" sldId="301"/>
            <ac:cxnSpMk id="11" creationId="{6D99E786-5755-48C1-E724-884E91197C2E}"/>
          </ac:cxnSpMkLst>
        </pc:cxnChg>
      </pc:sldChg>
      <pc:sldChg chg="modSp mod">
        <pc:chgData name="Clément ZIANE" userId="aa8721fc-2935-48cf-9afe-91d2e8923272" providerId="ADAL" clId="{D7E50A8E-32E1-4F56-ABD6-3679AB1E199B}" dt="2024-11-07T08:25:28.688" v="30" actId="12"/>
        <pc:sldMkLst>
          <pc:docMk/>
          <pc:sldMk cId="3718138742" sldId="302"/>
        </pc:sldMkLst>
        <pc:spChg chg="mod">
          <ac:chgData name="Clément ZIANE" userId="aa8721fc-2935-48cf-9afe-91d2e8923272" providerId="ADAL" clId="{D7E50A8E-32E1-4F56-ABD6-3679AB1E199B}" dt="2024-11-07T08:25:11.934" v="25"/>
          <ac:spMkLst>
            <pc:docMk/>
            <pc:sldMk cId="3718138742" sldId="302"/>
            <ac:spMk id="4" creationId="{26D2E0E8-3CBA-26C1-F61C-682B54349631}"/>
          </ac:spMkLst>
        </pc:spChg>
        <pc:spChg chg="mod">
          <ac:chgData name="Clément ZIANE" userId="aa8721fc-2935-48cf-9afe-91d2e8923272" providerId="ADAL" clId="{D7E50A8E-32E1-4F56-ABD6-3679AB1E199B}" dt="2024-11-07T08:25:28.688" v="30" actId="12"/>
          <ac:spMkLst>
            <pc:docMk/>
            <pc:sldMk cId="3718138742" sldId="302"/>
            <ac:spMk id="7" creationId="{D4CD50DB-9497-C81B-06DE-575C8BBF1CD2}"/>
          </ac:spMkLst>
        </pc:spChg>
      </pc:sldChg>
      <pc:sldChg chg="modSp mod">
        <pc:chgData name="Clément ZIANE" userId="aa8721fc-2935-48cf-9afe-91d2e8923272" providerId="ADAL" clId="{D7E50A8E-32E1-4F56-ABD6-3679AB1E199B}" dt="2024-11-07T08:29:03.512" v="67" actId="20577"/>
        <pc:sldMkLst>
          <pc:docMk/>
          <pc:sldMk cId="2655740726" sldId="303"/>
        </pc:sldMkLst>
        <pc:spChg chg="mod">
          <ac:chgData name="Clément ZIANE" userId="aa8721fc-2935-48cf-9afe-91d2e8923272" providerId="ADAL" clId="{D7E50A8E-32E1-4F56-ABD6-3679AB1E199B}" dt="2024-11-07T08:29:03.512" v="67" actId="20577"/>
          <ac:spMkLst>
            <pc:docMk/>
            <pc:sldMk cId="2655740726" sldId="303"/>
            <ac:spMk id="4" creationId="{BFDE08D1-9B0B-5173-751F-B443FCFF0014}"/>
          </ac:spMkLst>
        </pc:spChg>
        <pc:spChg chg="mod">
          <ac:chgData name="Clément ZIANE" userId="aa8721fc-2935-48cf-9afe-91d2e8923272" providerId="ADAL" clId="{D7E50A8E-32E1-4F56-ABD6-3679AB1E199B}" dt="2024-11-07T08:26:35.499" v="42" actId="2711"/>
          <ac:spMkLst>
            <pc:docMk/>
            <pc:sldMk cId="2655740726" sldId="303"/>
            <ac:spMk id="7" creationId="{195906B6-FEF8-59B2-1EC8-BFFBE53E4706}"/>
          </ac:spMkLst>
        </pc:spChg>
      </pc:sldChg>
      <pc:sldChg chg="modSp del mod">
        <pc:chgData name="Clément ZIANE" userId="aa8721fc-2935-48cf-9afe-91d2e8923272" providerId="ADAL" clId="{D7E50A8E-32E1-4F56-ABD6-3679AB1E199B}" dt="2024-11-07T08:28:20.030" v="56" actId="47"/>
        <pc:sldMkLst>
          <pc:docMk/>
          <pc:sldMk cId="966582067" sldId="304"/>
        </pc:sldMkLst>
        <pc:spChg chg="mod">
          <ac:chgData name="Clément ZIANE" userId="aa8721fc-2935-48cf-9afe-91d2e8923272" providerId="ADAL" clId="{D7E50A8E-32E1-4F56-ABD6-3679AB1E199B}" dt="2024-11-07T08:27:38.627" v="50"/>
          <ac:spMkLst>
            <pc:docMk/>
            <pc:sldMk cId="966582067" sldId="304"/>
            <ac:spMk id="4" creationId="{068E52F0-6651-E996-4329-0E06796B7E74}"/>
          </ac:spMkLst>
        </pc:spChg>
      </pc:sldChg>
      <pc:sldChg chg="modSp mod">
        <pc:chgData name="Clément ZIANE" userId="aa8721fc-2935-48cf-9afe-91d2e8923272" providerId="ADAL" clId="{D7E50A8E-32E1-4F56-ABD6-3679AB1E199B}" dt="2024-11-07T08:29:18.080" v="70" actId="207"/>
        <pc:sldMkLst>
          <pc:docMk/>
          <pc:sldMk cId="2495186718" sldId="305"/>
        </pc:sldMkLst>
        <pc:spChg chg="mod">
          <ac:chgData name="Clément ZIANE" userId="aa8721fc-2935-48cf-9afe-91d2e8923272" providerId="ADAL" clId="{D7E50A8E-32E1-4F56-ABD6-3679AB1E199B}" dt="2024-11-07T08:28:57.460" v="65" actId="20577"/>
          <ac:spMkLst>
            <pc:docMk/>
            <pc:sldMk cId="2495186718" sldId="305"/>
            <ac:spMk id="4" creationId="{275017D2-4CE4-728D-02CE-0D80A47EF32B}"/>
          </ac:spMkLst>
        </pc:spChg>
        <pc:spChg chg="mod">
          <ac:chgData name="Clément ZIANE" userId="aa8721fc-2935-48cf-9afe-91d2e8923272" providerId="ADAL" clId="{D7E50A8E-32E1-4F56-ABD6-3679AB1E199B}" dt="2024-11-07T08:29:18.080" v="70" actId="207"/>
          <ac:spMkLst>
            <pc:docMk/>
            <pc:sldMk cId="2495186718" sldId="305"/>
            <ac:spMk id="7" creationId="{77694DD2-CD4F-9D5E-C396-BEF52DEE213B}"/>
          </ac:spMkLst>
        </pc:spChg>
      </pc:sldChg>
      <pc:sldChg chg="modSp mod">
        <pc:chgData name="Clément ZIANE" userId="aa8721fc-2935-48cf-9afe-91d2e8923272" providerId="ADAL" clId="{D7E50A8E-32E1-4F56-ABD6-3679AB1E199B}" dt="2024-11-07T08:29:58.938" v="77" actId="207"/>
        <pc:sldMkLst>
          <pc:docMk/>
          <pc:sldMk cId="1811722305" sldId="306"/>
        </pc:sldMkLst>
        <pc:spChg chg="mod">
          <ac:chgData name="Clément ZIANE" userId="aa8721fc-2935-48cf-9afe-91d2e8923272" providerId="ADAL" clId="{D7E50A8E-32E1-4F56-ABD6-3679AB1E199B}" dt="2024-11-07T08:29:32.767" v="72" actId="20577"/>
          <ac:spMkLst>
            <pc:docMk/>
            <pc:sldMk cId="1811722305" sldId="306"/>
            <ac:spMk id="4" creationId="{08C7798C-F35D-54E0-A399-6F5A4C0DAFA4}"/>
          </ac:spMkLst>
        </pc:spChg>
        <pc:spChg chg="mod">
          <ac:chgData name="Clément ZIANE" userId="aa8721fc-2935-48cf-9afe-91d2e8923272" providerId="ADAL" clId="{D7E50A8E-32E1-4F56-ABD6-3679AB1E199B}" dt="2024-11-07T08:29:58.938" v="77" actId="207"/>
          <ac:spMkLst>
            <pc:docMk/>
            <pc:sldMk cId="1811722305" sldId="306"/>
            <ac:spMk id="7" creationId="{CB31FE5C-CF5E-E5D1-FBA3-80BF39B2AAA4}"/>
          </ac:spMkLst>
        </pc:spChg>
      </pc:sldChg>
      <pc:sldChg chg="modSp mod">
        <pc:chgData name="Clément ZIANE" userId="aa8721fc-2935-48cf-9afe-91d2e8923272" providerId="ADAL" clId="{D7E50A8E-32E1-4F56-ABD6-3679AB1E199B}" dt="2024-11-07T08:52:09.190" v="507" actId="20577"/>
        <pc:sldMkLst>
          <pc:docMk/>
          <pc:sldMk cId="295447050" sldId="307"/>
        </pc:sldMkLst>
        <pc:spChg chg="mod">
          <ac:chgData name="Clément ZIANE" userId="aa8721fc-2935-48cf-9afe-91d2e8923272" providerId="ADAL" clId="{D7E50A8E-32E1-4F56-ABD6-3679AB1E199B}" dt="2024-11-07T08:30:50.768" v="114"/>
          <ac:spMkLst>
            <pc:docMk/>
            <pc:sldMk cId="295447050" sldId="307"/>
            <ac:spMk id="4" creationId="{7A0A296C-809D-16E0-676A-3456279E1C0A}"/>
          </ac:spMkLst>
        </pc:spChg>
        <pc:spChg chg="mod">
          <ac:chgData name="Clément ZIANE" userId="aa8721fc-2935-48cf-9afe-91d2e8923272" providerId="ADAL" clId="{D7E50A8E-32E1-4F56-ABD6-3679AB1E199B}" dt="2024-11-07T08:52:09.190" v="507" actId="20577"/>
          <ac:spMkLst>
            <pc:docMk/>
            <pc:sldMk cId="295447050" sldId="307"/>
            <ac:spMk id="5" creationId="{C559BD3B-DA70-D579-E5B0-3AF1ED8505E5}"/>
          </ac:spMkLst>
        </pc:spChg>
        <pc:spChg chg="mod">
          <ac:chgData name="Clément ZIANE" userId="aa8721fc-2935-48cf-9afe-91d2e8923272" providerId="ADAL" clId="{D7E50A8E-32E1-4F56-ABD6-3679AB1E199B}" dt="2024-11-07T08:30:59.532" v="116" actId="2711"/>
          <ac:spMkLst>
            <pc:docMk/>
            <pc:sldMk cId="295447050" sldId="307"/>
            <ac:spMk id="7" creationId="{51821323-1058-6960-4ED8-AA5F087C1CA3}"/>
          </ac:spMkLst>
        </pc:spChg>
      </pc:sldChg>
      <pc:sldChg chg="modSp mod">
        <pc:chgData name="Clément ZIANE" userId="aa8721fc-2935-48cf-9afe-91d2e8923272" providerId="ADAL" clId="{D7E50A8E-32E1-4F56-ABD6-3679AB1E199B}" dt="2024-11-07T08:52:18.401" v="515" actId="20577"/>
        <pc:sldMkLst>
          <pc:docMk/>
          <pc:sldMk cId="261485361" sldId="308"/>
        </pc:sldMkLst>
        <pc:spChg chg="mod">
          <ac:chgData name="Clément ZIANE" userId="aa8721fc-2935-48cf-9afe-91d2e8923272" providerId="ADAL" clId="{D7E50A8E-32E1-4F56-ABD6-3679AB1E199B}" dt="2024-11-07T08:33:39.090" v="149"/>
          <ac:spMkLst>
            <pc:docMk/>
            <pc:sldMk cId="261485361" sldId="308"/>
            <ac:spMk id="4" creationId="{7D0D8DDC-2BA1-2EF9-E765-AF3F9A909DDB}"/>
          </ac:spMkLst>
        </pc:spChg>
        <pc:spChg chg="mod">
          <ac:chgData name="Clément ZIANE" userId="aa8721fc-2935-48cf-9afe-91d2e8923272" providerId="ADAL" clId="{D7E50A8E-32E1-4F56-ABD6-3679AB1E199B}" dt="2024-11-07T08:52:18.401" v="515" actId="20577"/>
          <ac:spMkLst>
            <pc:docMk/>
            <pc:sldMk cId="261485361" sldId="308"/>
            <ac:spMk id="5" creationId="{E561F19D-5667-D61D-A1A5-FA92F97497F3}"/>
          </ac:spMkLst>
        </pc:spChg>
        <pc:spChg chg="mod">
          <ac:chgData name="Clément ZIANE" userId="aa8721fc-2935-48cf-9afe-91d2e8923272" providerId="ADAL" clId="{D7E50A8E-32E1-4F56-ABD6-3679AB1E199B}" dt="2024-11-07T08:33:50.212" v="151" actId="2711"/>
          <ac:spMkLst>
            <pc:docMk/>
            <pc:sldMk cId="261485361" sldId="308"/>
            <ac:spMk id="7" creationId="{4FA42EE2-0B04-AC8C-FD43-CBF692371926}"/>
          </ac:spMkLst>
        </pc:spChg>
      </pc:sldChg>
      <pc:sldChg chg="modSp mod">
        <pc:chgData name="Clément ZIANE" userId="aa8721fc-2935-48cf-9afe-91d2e8923272" providerId="ADAL" clId="{D7E50A8E-32E1-4F56-ABD6-3679AB1E199B}" dt="2024-11-07T08:52:21.996" v="517" actId="20577"/>
        <pc:sldMkLst>
          <pc:docMk/>
          <pc:sldMk cId="1071053394" sldId="309"/>
        </pc:sldMkLst>
        <pc:spChg chg="mod">
          <ac:chgData name="Clément ZIANE" userId="aa8721fc-2935-48cf-9afe-91d2e8923272" providerId="ADAL" clId="{D7E50A8E-32E1-4F56-ABD6-3679AB1E199B}" dt="2024-11-07T08:34:12.862" v="155"/>
          <ac:spMkLst>
            <pc:docMk/>
            <pc:sldMk cId="1071053394" sldId="309"/>
            <ac:spMk id="4" creationId="{844114CF-B0FA-D8AF-7166-34A9B2A20C63}"/>
          </ac:spMkLst>
        </pc:spChg>
        <pc:spChg chg="mod">
          <ac:chgData name="Clément ZIANE" userId="aa8721fc-2935-48cf-9afe-91d2e8923272" providerId="ADAL" clId="{D7E50A8E-32E1-4F56-ABD6-3679AB1E199B}" dt="2024-11-07T08:52:21.996" v="517" actId="20577"/>
          <ac:spMkLst>
            <pc:docMk/>
            <pc:sldMk cId="1071053394" sldId="309"/>
            <ac:spMk id="5" creationId="{37A7282A-E316-966A-A456-B63D49DF3E0C}"/>
          </ac:spMkLst>
        </pc:spChg>
        <pc:spChg chg="mod">
          <ac:chgData name="Clément ZIANE" userId="aa8721fc-2935-48cf-9afe-91d2e8923272" providerId="ADAL" clId="{D7E50A8E-32E1-4F56-ABD6-3679AB1E199B}" dt="2024-11-07T08:34:23.717" v="161" actId="207"/>
          <ac:spMkLst>
            <pc:docMk/>
            <pc:sldMk cId="1071053394" sldId="309"/>
            <ac:spMk id="7" creationId="{1E86FCDC-760C-C1E6-609A-D166DF4A84F2}"/>
          </ac:spMkLst>
        </pc:spChg>
      </pc:sldChg>
      <pc:sldChg chg="modSp mod">
        <pc:chgData name="Clément ZIANE" userId="aa8721fc-2935-48cf-9afe-91d2e8923272" providerId="ADAL" clId="{D7E50A8E-32E1-4F56-ABD6-3679AB1E199B}" dt="2024-11-07T08:52:26.471" v="519" actId="20577"/>
        <pc:sldMkLst>
          <pc:docMk/>
          <pc:sldMk cId="734364445" sldId="310"/>
        </pc:sldMkLst>
        <pc:spChg chg="mod">
          <ac:chgData name="Clément ZIANE" userId="aa8721fc-2935-48cf-9afe-91d2e8923272" providerId="ADAL" clId="{D7E50A8E-32E1-4F56-ABD6-3679AB1E199B}" dt="2024-11-07T08:34:41.036" v="164"/>
          <ac:spMkLst>
            <pc:docMk/>
            <pc:sldMk cId="734364445" sldId="310"/>
            <ac:spMk id="4" creationId="{D61BAC01-3298-3A39-844B-208AF70CAB76}"/>
          </ac:spMkLst>
        </pc:spChg>
        <pc:spChg chg="mod">
          <ac:chgData name="Clément ZIANE" userId="aa8721fc-2935-48cf-9afe-91d2e8923272" providerId="ADAL" clId="{D7E50A8E-32E1-4F56-ABD6-3679AB1E199B}" dt="2024-11-07T08:52:26.471" v="519" actId="20577"/>
          <ac:spMkLst>
            <pc:docMk/>
            <pc:sldMk cId="734364445" sldId="310"/>
            <ac:spMk id="5" creationId="{F812838A-3014-CBB6-30C5-DA6F3A9F3242}"/>
          </ac:spMkLst>
        </pc:spChg>
        <pc:spChg chg="mod">
          <ac:chgData name="Clément ZIANE" userId="aa8721fc-2935-48cf-9afe-91d2e8923272" providerId="ADAL" clId="{D7E50A8E-32E1-4F56-ABD6-3679AB1E199B}" dt="2024-11-07T08:34:48.569" v="166" actId="2711"/>
          <ac:spMkLst>
            <pc:docMk/>
            <pc:sldMk cId="734364445" sldId="310"/>
            <ac:spMk id="7" creationId="{2D684EAA-DD4C-3143-46C4-0D2E9F89F84C}"/>
          </ac:spMkLst>
        </pc:spChg>
      </pc:sldChg>
      <pc:sldChg chg="del">
        <pc:chgData name="Clément ZIANE" userId="aa8721fc-2935-48cf-9afe-91d2e8923272" providerId="ADAL" clId="{D7E50A8E-32E1-4F56-ABD6-3679AB1E199B}" dt="2024-11-07T08:35:01.998" v="167" actId="47"/>
        <pc:sldMkLst>
          <pc:docMk/>
          <pc:sldMk cId="377904316" sldId="311"/>
        </pc:sldMkLst>
      </pc:sldChg>
      <pc:sldChg chg="modSp mod">
        <pc:chgData name="Clément ZIANE" userId="aa8721fc-2935-48cf-9afe-91d2e8923272" providerId="ADAL" clId="{D7E50A8E-32E1-4F56-ABD6-3679AB1E199B}" dt="2024-11-07T08:35:20.024" v="172" actId="2711"/>
        <pc:sldMkLst>
          <pc:docMk/>
          <pc:sldMk cId="3032477943" sldId="312"/>
        </pc:sldMkLst>
        <pc:spChg chg="mod">
          <ac:chgData name="Clément ZIANE" userId="aa8721fc-2935-48cf-9afe-91d2e8923272" providerId="ADAL" clId="{D7E50A8E-32E1-4F56-ABD6-3679AB1E199B}" dt="2024-11-07T08:35:07.496" v="170"/>
          <ac:spMkLst>
            <pc:docMk/>
            <pc:sldMk cId="3032477943" sldId="312"/>
            <ac:spMk id="4" creationId="{283E83A0-F841-BC82-6F31-9073B9048EF9}"/>
          </ac:spMkLst>
        </pc:spChg>
        <pc:spChg chg="mod">
          <ac:chgData name="Clément ZIANE" userId="aa8721fc-2935-48cf-9afe-91d2e8923272" providerId="ADAL" clId="{D7E50A8E-32E1-4F56-ABD6-3679AB1E199B}" dt="2024-11-07T08:35:20.024" v="172" actId="2711"/>
          <ac:spMkLst>
            <pc:docMk/>
            <pc:sldMk cId="3032477943" sldId="312"/>
            <ac:spMk id="7" creationId="{9642CBEB-3C94-4233-C533-5A659DFB7E62}"/>
          </ac:spMkLst>
        </pc:spChg>
      </pc:sldChg>
      <pc:sldChg chg="addSp delSp modSp mod">
        <pc:chgData name="Clément ZIANE" userId="aa8721fc-2935-48cf-9afe-91d2e8923272" providerId="ADAL" clId="{D7E50A8E-32E1-4F56-ABD6-3679AB1E199B}" dt="2024-11-07T08:52:12.667" v="509" actId="20577"/>
        <pc:sldMkLst>
          <pc:docMk/>
          <pc:sldMk cId="3320196863" sldId="313"/>
        </pc:sldMkLst>
        <pc:spChg chg="mod">
          <ac:chgData name="Clément ZIANE" userId="aa8721fc-2935-48cf-9afe-91d2e8923272" providerId="ADAL" clId="{D7E50A8E-32E1-4F56-ABD6-3679AB1E199B}" dt="2024-11-07T08:31:20.837" v="117"/>
          <ac:spMkLst>
            <pc:docMk/>
            <pc:sldMk cId="3320196863" sldId="313"/>
            <ac:spMk id="4" creationId="{656574FC-7FDC-17EB-5E6C-C500FE71566C}"/>
          </ac:spMkLst>
        </pc:spChg>
        <pc:spChg chg="mod">
          <ac:chgData name="Clément ZIANE" userId="aa8721fc-2935-48cf-9afe-91d2e8923272" providerId="ADAL" clId="{D7E50A8E-32E1-4F56-ABD6-3679AB1E199B}" dt="2024-11-07T08:52:12.667" v="509" actId="20577"/>
          <ac:spMkLst>
            <pc:docMk/>
            <pc:sldMk cId="3320196863" sldId="313"/>
            <ac:spMk id="5" creationId="{48BC9A9E-E928-F986-5F6E-2421D0D02459}"/>
          </ac:spMkLst>
        </pc:spChg>
        <pc:spChg chg="add mod">
          <ac:chgData name="Clément ZIANE" userId="aa8721fc-2935-48cf-9afe-91d2e8923272" providerId="ADAL" clId="{D7E50A8E-32E1-4F56-ABD6-3679AB1E199B}" dt="2024-11-07T08:31:33.894" v="119"/>
          <ac:spMkLst>
            <pc:docMk/>
            <pc:sldMk cId="3320196863" sldId="313"/>
            <ac:spMk id="6" creationId="{CD0805C3-6A59-E24A-18E1-9868BF4E281B}"/>
          </ac:spMkLst>
        </pc:spChg>
        <pc:spChg chg="del">
          <ac:chgData name="Clément ZIANE" userId="aa8721fc-2935-48cf-9afe-91d2e8923272" providerId="ADAL" clId="{D7E50A8E-32E1-4F56-ABD6-3679AB1E199B}" dt="2024-11-07T08:31:25.440" v="118" actId="478"/>
          <ac:spMkLst>
            <pc:docMk/>
            <pc:sldMk cId="3320196863" sldId="313"/>
            <ac:spMk id="7" creationId="{94781ED3-DC14-2B4E-6F0C-162E79D53168}"/>
          </ac:spMkLst>
        </pc:spChg>
        <pc:spChg chg="add mod">
          <ac:chgData name="Clément ZIANE" userId="aa8721fc-2935-48cf-9afe-91d2e8923272" providerId="ADAL" clId="{D7E50A8E-32E1-4F56-ABD6-3679AB1E199B}" dt="2024-11-07T08:31:33.894" v="119"/>
          <ac:spMkLst>
            <pc:docMk/>
            <pc:sldMk cId="3320196863" sldId="313"/>
            <ac:spMk id="8" creationId="{C0321378-BFC9-3596-67EC-EF34F569628B}"/>
          </ac:spMkLst>
        </pc:spChg>
        <pc:spChg chg="add mod">
          <ac:chgData name="Clément ZIANE" userId="aa8721fc-2935-48cf-9afe-91d2e8923272" providerId="ADAL" clId="{D7E50A8E-32E1-4F56-ABD6-3679AB1E199B}" dt="2024-11-07T08:31:33.894" v="119"/>
          <ac:spMkLst>
            <pc:docMk/>
            <pc:sldMk cId="3320196863" sldId="313"/>
            <ac:spMk id="11" creationId="{A2A21270-9E67-89A4-6E64-DC4176AD7E55}"/>
          </ac:spMkLst>
        </pc:spChg>
        <pc:spChg chg="add mod">
          <ac:chgData name="Clément ZIANE" userId="aa8721fc-2935-48cf-9afe-91d2e8923272" providerId="ADAL" clId="{D7E50A8E-32E1-4F56-ABD6-3679AB1E199B}" dt="2024-11-07T08:31:33.894" v="119"/>
          <ac:spMkLst>
            <pc:docMk/>
            <pc:sldMk cId="3320196863" sldId="313"/>
            <ac:spMk id="12" creationId="{CBB909C8-2DDE-B17B-391A-4A55556DD2CA}"/>
          </ac:spMkLst>
        </pc:spChg>
        <pc:spChg chg="add mod">
          <ac:chgData name="Clément ZIANE" userId="aa8721fc-2935-48cf-9afe-91d2e8923272" providerId="ADAL" clId="{D7E50A8E-32E1-4F56-ABD6-3679AB1E199B}" dt="2024-11-07T08:31:33.894" v="119"/>
          <ac:spMkLst>
            <pc:docMk/>
            <pc:sldMk cId="3320196863" sldId="313"/>
            <ac:spMk id="14" creationId="{B8F4795B-ABC7-534F-AEAA-969098DC9244}"/>
          </ac:spMkLst>
        </pc:spChg>
        <pc:spChg chg="add mod">
          <ac:chgData name="Clément ZIANE" userId="aa8721fc-2935-48cf-9afe-91d2e8923272" providerId="ADAL" clId="{D7E50A8E-32E1-4F56-ABD6-3679AB1E199B}" dt="2024-11-07T08:31:54.997" v="122" actId="1076"/>
          <ac:spMkLst>
            <pc:docMk/>
            <pc:sldMk cId="3320196863" sldId="313"/>
            <ac:spMk id="15" creationId="{4FB89E4E-BAFE-6ED8-81F7-2DAA1BA2F9A3}"/>
          </ac:spMkLst>
        </pc:spChg>
        <pc:spChg chg="add mod">
          <ac:chgData name="Clément ZIANE" userId="aa8721fc-2935-48cf-9afe-91d2e8923272" providerId="ADAL" clId="{D7E50A8E-32E1-4F56-ABD6-3679AB1E199B}" dt="2024-11-07T08:31:54.997" v="122" actId="1076"/>
          <ac:spMkLst>
            <pc:docMk/>
            <pc:sldMk cId="3320196863" sldId="313"/>
            <ac:spMk id="16" creationId="{1BB9AE9E-1CB7-7027-832E-6B2FB6BFD05A}"/>
          </ac:spMkLst>
        </pc:spChg>
        <pc:spChg chg="add mod">
          <ac:chgData name="Clément ZIANE" userId="aa8721fc-2935-48cf-9afe-91d2e8923272" providerId="ADAL" clId="{D7E50A8E-32E1-4F56-ABD6-3679AB1E199B}" dt="2024-11-07T08:31:54.997" v="122" actId="1076"/>
          <ac:spMkLst>
            <pc:docMk/>
            <pc:sldMk cId="3320196863" sldId="313"/>
            <ac:spMk id="17" creationId="{76294805-3A0D-7D1B-3E17-3150F9C211D4}"/>
          </ac:spMkLst>
        </pc:spChg>
        <pc:spChg chg="add mod">
          <ac:chgData name="Clément ZIANE" userId="aa8721fc-2935-48cf-9afe-91d2e8923272" providerId="ADAL" clId="{D7E50A8E-32E1-4F56-ABD6-3679AB1E199B}" dt="2024-11-07T08:31:54.997" v="122" actId="1076"/>
          <ac:spMkLst>
            <pc:docMk/>
            <pc:sldMk cId="3320196863" sldId="313"/>
            <ac:spMk id="20" creationId="{48A9D8E1-47B1-0257-D069-140CE5E0C300}"/>
          </ac:spMkLst>
        </pc:spChg>
        <pc:spChg chg="add mod">
          <ac:chgData name="Clément ZIANE" userId="aa8721fc-2935-48cf-9afe-91d2e8923272" providerId="ADAL" clId="{D7E50A8E-32E1-4F56-ABD6-3679AB1E199B}" dt="2024-11-07T08:31:54.997" v="122" actId="1076"/>
          <ac:spMkLst>
            <pc:docMk/>
            <pc:sldMk cId="3320196863" sldId="313"/>
            <ac:spMk id="21" creationId="{B5C963B6-1333-FFF7-040D-81C252C2CE87}"/>
          </ac:spMkLst>
        </pc:spChg>
        <pc:spChg chg="add mod">
          <ac:chgData name="Clément ZIANE" userId="aa8721fc-2935-48cf-9afe-91d2e8923272" providerId="ADAL" clId="{D7E50A8E-32E1-4F56-ABD6-3679AB1E199B}" dt="2024-11-07T08:31:54.997" v="122" actId="1076"/>
          <ac:spMkLst>
            <pc:docMk/>
            <pc:sldMk cId="3320196863" sldId="313"/>
            <ac:spMk id="22" creationId="{8F930D3C-E964-3202-FC3E-443FDD8719B3}"/>
          </ac:spMkLst>
        </pc:spChg>
        <pc:spChg chg="add mod">
          <ac:chgData name="Clément ZIANE" userId="aa8721fc-2935-48cf-9afe-91d2e8923272" providerId="ADAL" clId="{D7E50A8E-32E1-4F56-ABD6-3679AB1E199B}" dt="2024-11-07T08:31:54.997" v="122" actId="1076"/>
          <ac:spMkLst>
            <pc:docMk/>
            <pc:sldMk cId="3320196863" sldId="313"/>
            <ac:spMk id="24" creationId="{8E6F85D9-FD65-FA45-5A32-F24385EF22E8}"/>
          </ac:spMkLst>
        </pc:spChg>
        <pc:spChg chg="add mod">
          <ac:chgData name="Clément ZIANE" userId="aa8721fc-2935-48cf-9afe-91d2e8923272" providerId="ADAL" clId="{D7E50A8E-32E1-4F56-ABD6-3679AB1E199B}" dt="2024-11-07T08:33:26.149" v="146" actId="2711"/>
          <ac:spMkLst>
            <pc:docMk/>
            <pc:sldMk cId="3320196863" sldId="313"/>
            <ac:spMk id="25" creationId="{941E716D-B785-4F60-3291-14369485C272}"/>
          </ac:spMkLst>
        </pc:spChg>
        <pc:spChg chg="add mod">
          <ac:chgData name="Clément ZIANE" userId="aa8721fc-2935-48cf-9afe-91d2e8923272" providerId="ADAL" clId="{D7E50A8E-32E1-4F56-ABD6-3679AB1E199B}" dt="2024-11-07T08:33:18.581" v="144" actId="2711"/>
          <ac:spMkLst>
            <pc:docMk/>
            <pc:sldMk cId="3320196863" sldId="313"/>
            <ac:spMk id="26" creationId="{BCED6E11-F360-DA3D-1833-4BAAAEB873EE}"/>
          </ac:spMkLst>
        </pc:spChg>
        <pc:spChg chg="add mod">
          <ac:chgData name="Clément ZIANE" userId="aa8721fc-2935-48cf-9afe-91d2e8923272" providerId="ADAL" clId="{D7E50A8E-32E1-4F56-ABD6-3679AB1E199B}" dt="2024-11-07T08:33:12.401" v="142" actId="2711"/>
          <ac:spMkLst>
            <pc:docMk/>
            <pc:sldMk cId="3320196863" sldId="313"/>
            <ac:spMk id="27" creationId="{7646CD84-48D3-CBCE-B7B6-4D25ED333625}"/>
          </ac:spMkLst>
        </pc:spChg>
        <pc:spChg chg="add mod">
          <ac:chgData name="Clément ZIANE" userId="aa8721fc-2935-48cf-9afe-91d2e8923272" providerId="ADAL" clId="{D7E50A8E-32E1-4F56-ABD6-3679AB1E199B}" dt="2024-11-07T08:33:01.099" v="139" actId="1076"/>
          <ac:spMkLst>
            <pc:docMk/>
            <pc:sldMk cId="3320196863" sldId="313"/>
            <ac:spMk id="30" creationId="{36404F73-A8C7-4E9F-4EA8-DBA63A744018}"/>
          </ac:spMkLst>
        </pc:spChg>
        <pc:spChg chg="add mod">
          <ac:chgData name="Clément ZIANE" userId="aa8721fc-2935-48cf-9afe-91d2e8923272" providerId="ADAL" clId="{D7E50A8E-32E1-4F56-ABD6-3679AB1E199B}" dt="2024-11-07T08:33:04.414" v="140" actId="1076"/>
          <ac:spMkLst>
            <pc:docMk/>
            <pc:sldMk cId="3320196863" sldId="313"/>
            <ac:spMk id="31" creationId="{93DEA574-6DD9-DD1F-6415-7643469DB0E4}"/>
          </ac:spMkLst>
        </pc:spChg>
        <pc:spChg chg="add mod">
          <ac:chgData name="Clément ZIANE" userId="aa8721fc-2935-48cf-9afe-91d2e8923272" providerId="ADAL" clId="{D7E50A8E-32E1-4F56-ABD6-3679AB1E199B}" dt="2024-11-07T08:33:22.568" v="145" actId="2711"/>
          <ac:spMkLst>
            <pc:docMk/>
            <pc:sldMk cId="3320196863" sldId="313"/>
            <ac:spMk id="32" creationId="{24892BBD-FD12-70F1-64E1-246760129A05}"/>
          </ac:spMkLst>
        </pc:spChg>
        <pc:spChg chg="add mod">
          <ac:chgData name="Clément ZIANE" userId="aa8721fc-2935-48cf-9afe-91d2e8923272" providerId="ADAL" clId="{D7E50A8E-32E1-4F56-ABD6-3679AB1E199B}" dt="2024-11-07T08:33:08.811" v="141" actId="2711"/>
          <ac:spMkLst>
            <pc:docMk/>
            <pc:sldMk cId="3320196863" sldId="313"/>
            <ac:spMk id="34" creationId="{8CF433BF-9008-D8FE-13FF-0F2937D030B4}"/>
          </ac:spMkLst>
        </pc:spChg>
        <pc:cxnChg chg="add mod">
          <ac:chgData name="Clément ZIANE" userId="aa8721fc-2935-48cf-9afe-91d2e8923272" providerId="ADAL" clId="{D7E50A8E-32E1-4F56-ABD6-3679AB1E199B}" dt="2024-11-07T08:31:33.894" v="119"/>
          <ac:cxnSpMkLst>
            <pc:docMk/>
            <pc:sldMk cId="3320196863" sldId="313"/>
            <ac:cxnSpMk id="9" creationId="{3C26FAB9-D1E6-124F-854B-B45E0DB88A38}"/>
          </ac:cxnSpMkLst>
        </pc:cxnChg>
        <pc:cxnChg chg="add mod">
          <ac:chgData name="Clément ZIANE" userId="aa8721fc-2935-48cf-9afe-91d2e8923272" providerId="ADAL" clId="{D7E50A8E-32E1-4F56-ABD6-3679AB1E199B}" dt="2024-11-07T08:31:33.894" v="119"/>
          <ac:cxnSpMkLst>
            <pc:docMk/>
            <pc:sldMk cId="3320196863" sldId="313"/>
            <ac:cxnSpMk id="10" creationId="{BB470AE8-9280-BB1B-CF31-3F7CEA45BC52}"/>
          </ac:cxnSpMkLst>
        </pc:cxnChg>
        <pc:cxnChg chg="add mod">
          <ac:chgData name="Clément ZIANE" userId="aa8721fc-2935-48cf-9afe-91d2e8923272" providerId="ADAL" clId="{D7E50A8E-32E1-4F56-ABD6-3679AB1E199B}" dt="2024-11-07T08:31:33.894" v="119"/>
          <ac:cxnSpMkLst>
            <pc:docMk/>
            <pc:sldMk cId="3320196863" sldId="313"/>
            <ac:cxnSpMk id="13" creationId="{346BA9AE-0D0E-A5B0-BB2A-436384C4ACBD}"/>
          </ac:cxnSpMkLst>
        </pc:cxnChg>
        <pc:cxnChg chg="add mod">
          <ac:chgData name="Clément ZIANE" userId="aa8721fc-2935-48cf-9afe-91d2e8923272" providerId="ADAL" clId="{D7E50A8E-32E1-4F56-ABD6-3679AB1E199B}" dt="2024-11-07T08:31:54.997" v="122" actId="1076"/>
          <ac:cxnSpMkLst>
            <pc:docMk/>
            <pc:sldMk cId="3320196863" sldId="313"/>
            <ac:cxnSpMk id="18" creationId="{74C419F5-EF17-EA97-84D4-DA2D24AE4C7C}"/>
          </ac:cxnSpMkLst>
        </pc:cxnChg>
        <pc:cxnChg chg="add mod">
          <ac:chgData name="Clément ZIANE" userId="aa8721fc-2935-48cf-9afe-91d2e8923272" providerId="ADAL" clId="{D7E50A8E-32E1-4F56-ABD6-3679AB1E199B}" dt="2024-11-07T08:31:54.997" v="122" actId="1076"/>
          <ac:cxnSpMkLst>
            <pc:docMk/>
            <pc:sldMk cId="3320196863" sldId="313"/>
            <ac:cxnSpMk id="19" creationId="{E73E12BD-58AD-8BA8-E22C-E62E8B573DF5}"/>
          </ac:cxnSpMkLst>
        </pc:cxnChg>
        <pc:cxnChg chg="add mod">
          <ac:chgData name="Clément ZIANE" userId="aa8721fc-2935-48cf-9afe-91d2e8923272" providerId="ADAL" clId="{D7E50A8E-32E1-4F56-ABD6-3679AB1E199B}" dt="2024-11-07T08:31:54.997" v="122" actId="1076"/>
          <ac:cxnSpMkLst>
            <pc:docMk/>
            <pc:sldMk cId="3320196863" sldId="313"/>
            <ac:cxnSpMk id="23" creationId="{FDE5C0B8-36BF-8A78-5B7E-4A960D2FF400}"/>
          </ac:cxnSpMkLst>
        </pc:cxnChg>
        <pc:cxnChg chg="add mod">
          <ac:chgData name="Clément ZIANE" userId="aa8721fc-2935-48cf-9afe-91d2e8923272" providerId="ADAL" clId="{D7E50A8E-32E1-4F56-ABD6-3679AB1E199B}" dt="2024-11-07T08:33:16.814" v="143" actId="1076"/>
          <ac:cxnSpMkLst>
            <pc:docMk/>
            <pc:sldMk cId="3320196863" sldId="313"/>
            <ac:cxnSpMk id="28" creationId="{27723FDB-66C1-41B3-B27F-D35A274A9C3D}"/>
          </ac:cxnSpMkLst>
        </pc:cxnChg>
        <pc:cxnChg chg="add mod">
          <ac:chgData name="Clément ZIANE" userId="aa8721fc-2935-48cf-9afe-91d2e8923272" providerId="ADAL" clId="{D7E50A8E-32E1-4F56-ABD6-3679AB1E199B}" dt="2024-11-07T08:32:57.186" v="138" actId="1076"/>
          <ac:cxnSpMkLst>
            <pc:docMk/>
            <pc:sldMk cId="3320196863" sldId="313"/>
            <ac:cxnSpMk id="29" creationId="{AC349D19-D9C0-CF30-54B4-C7547556184B}"/>
          </ac:cxnSpMkLst>
        </pc:cxnChg>
        <pc:cxnChg chg="add mod">
          <ac:chgData name="Clément ZIANE" userId="aa8721fc-2935-48cf-9afe-91d2e8923272" providerId="ADAL" clId="{D7E50A8E-32E1-4F56-ABD6-3679AB1E199B}" dt="2024-11-07T08:32:17.227" v="127" actId="14100"/>
          <ac:cxnSpMkLst>
            <pc:docMk/>
            <pc:sldMk cId="3320196863" sldId="313"/>
            <ac:cxnSpMk id="33" creationId="{E578A0D9-386F-D267-DB85-0C1AB378D87B}"/>
          </ac:cxnSpMkLst>
        </pc:cxnChg>
      </pc:sldChg>
      <pc:sldChg chg="modSp add mod ord">
        <pc:chgData name="Clément ZIANE" userId="aa8721fc-2935-48cf-9afe-91d2e8923272" providerId="ADAL" clId="{D7E50A8E-32E1-4F56-ABD6-3679AB1E199B}" dt="2024-11-07T08:29:00.374" v="66" actId="20577"/>
        <pc:sldMkLst>
          <pc:docMk/>
          <pc:sldMk cId="3634387433" sldId="314"/>
        </pc:sldMkLst>
        <pc:spChg chg="mod">
          <ac:chgData name="Clément ZIANE" userId="aa8721fc-2935-48cf-9afe-91d2e8923272" providerId="ADAL" clId="{D7E50A8E-32E1-4F56-ABD6-3679AB1E199B}" dt="2024-11-07T08:29:00.374" v="66" actId="20577"/>
          <ac:spMkLst>
            <pc:docMk/>
            <pc:sldMk cId="3634387433" sldId="314"/>
            <ac:spMk id="4" creationId="{E9464A9D-50D5-6B8F-6F31-EEFBC74B2254}"/>
          </ac:spMkLst>
        </pc:spChg>
        <pc:spChg chg="mod">
          <ac:chgData name="Clément ZIANE" userId="aa8721fc-2935-48cf-9afe-91d2e8923272" providerId="ADAL" clId="{D7E50A8E-32E1-4F56-ABD6-3679AB1E199B}" dt="2024-11-07T08:28:04.156" v="53" actId="20577"/>
          <ac:spMkLst>
            <pc:docMk/>
            <pc:sldMk cId="3634387433" sldId="314"/>
            <ac:spMk id="5" creationId="{8F0C84C0-60D4-98C0-C7AB-586848C35A7E}"/>
          </ac:spMkLst>
        </pc:spChg>
        <pc:spChg chg="mod">
          <ac:chgData name="Clément ZIANE" userId="aa8721fc-2935-48cf-9afe-91d2e8923272" providerId="ADAL" clId="{D7E50A8E-32E1-4F56-ABD6-3679AB1E199B}" dt="2024-11-07T08:27:24.202" v="49" actId="207"/>
          <ac:spMkLst>
            <pc:docMk/>
            <pc:sldMk cId="3634387433" sldId="314"/>
            <ac:spMk id="7" creationId="{6A19E98D-CC52-3BA7-E0F7-46D185E7FAF0}"/>
          </ac:spMkLst>
        </pc:spChg>
      </pc:sldChg>
      <pc:sldChg chg="modSp add mod ord">
        <pc:chgData name="Clément ZIANE" userId="aa8721fc-2935-48cf-9afe-91d2e8923272" providerId="ADAL" clId="{D7E50A8E-32E1-4F56-ABD6-3679AB1E199B}" dt="2024-11-07T08:30:39.258" v="113" actId="20577"/>
        <pc:sldMkLst>
          <pc:docMk/>
          <pc:sldMk cId="2270868259" sldId="315"/>
        </pc:sldMkLst>
        <pc:spChg chg="mod">
          <ac:chgData name="Clément ZIANE" userId="aa8721fc-2935-48cf-9afe-91d2e8923272" providerId="ADAL" clId="{D7E50A8E-32E1-4F56-ABD6-3679AB1E199B}" dt="2024-11-07T08:30:23.572" v="92" actId="20577"/>
          <ac:spMkLst>
            <pc:docMk/>
            <pc:sldMk cId="2270868259" sldId="315"/>
            <ac:spMk id="4" creationId="{A2E31D07-CC78-7959-03F3-560E1DDA9672}"/>
          </ac:spMkLst>
        </pc:spChg>
        <pc:spChg chg="mod">
          <ac:chgData name="Clément ZIANE" userId="aa8721fc-2935-48cf-9afe-91d2e8923272" providerId="ADAL" clId="{D7E50A8E-32E1-4F56-ABD6-3679AB1E199B}" dt="2024-11-07T08:30:39.258" v="113" actId="20577"/>
          <ac:spMkLst>
            <pc:docMk/>
            <pc:sldMk cId="2270868259" sldId="315"/>
            <ac:spMk id="5" creationId="{C09F0BC2-D993-F4A1-0C6E-FE0772247AA3}"/>
          </ac:spMkLst>
        </pc:spChg>
      </pc:sldChg>
      <pc:sldChg chg="modSp add mod ord">
        <pc:chgData name="Clément ZIANE" userId="aa8721fc-2935-48cf-9afe-91d2e8923272" providerId="ADAL" clId="{D7E50A8E-32E1-4F56-ABD6-3679AB1E199B}" dt="2024-11-07T08:35:59.269" v="194" actId="20577"/>
        <pc:sldMkLst>
          <pc:docMk/>
          <pc:sldMk cId="2129256812" sldId="316"/>
        </pc:sldMkLst>
        <pc:spChg chg="mod">
          <ac:chgData name="Clément ZIANE" userId="aa8721fc-2935-48cf-9afe-91d2e8923272" providerId="ADAL" clId="{D7E50A8E-32E1-4F56-ABD6-3679AB1E199B}" dt="2024-11-07T08:35:54.414" v="182" actId="20577"/>
          <ac:spMkLst>
            <pc:docMk/>
            <pc:sldMk cId="2129256812" sldId="316"/>
            <ac:spMk id="4" creationId="{83DF11EF-7140-2F53-0529-553D684646F5}"/>
          </ac:spMkLst>
        </pc:spChg>
        <pc:spChg chg="mod">
          <ac:chgData name="Clément ZIANE" userId="aa8721fc-2935-48cf-9afe-91d2e8923272" providerId="ADAL" clId="{D7E50A8E-32E1-4F56-ABD6-3679AB1E199B}" dt="2024-11-07T08:35:59.269" v="194" actId="20577"/>
          <ac:spMkLst>
            <pc:docMk/>
            <pc:sldMk cId="2129256812" sldId="316"/>
            <ac:spMk id="5" creationId="{0397AE58-83BC-F2D2-232F-2168F2011DD8}"/>
          </ac:spMkLst>
        </pc:spChg>
      </pc:sldChg>
      <pc:sldChg chg="addSp modSp add mod ord">
        <pc:chgData name="Clément ZIANE" userId="aa8721fc-2935-48cf-9afe-91d2e8923272" providerId="ADAL" clId="{D7E50A8E-32E1-4F56-ABD6-3679AB1E199B}" dt="2024-11-07T08:52:41.462" v="521" actId="20577"/>
        <pc:sldMkLst>
          <pc:docMk/>
          <pc:sldMk cId="275801239" sldId="317"/>
        </pc:sldMkLst>
        <pc:spChg chg="mod">
          <ac:chgData name="Clément ZIANE" userId="aa8721fc-2935-48cf-9afe-91d2e8923272" providerId="ADAL" clId="{D7E50A8E-32E1-4F56-ABD6-3679AB1E199B}" dt="2024-11-07T08:36:15.550" v="198"/>
          <ac:spMkLst>
            <pc:docMk/>
            <pc:sldMk cId="275801239" sldId="317"/>
            <ac:spMk id="4" creationId="{1D026E63-5389-7182-2834-09A3AED2CB32}"/>
          </ac:spMkLst>
        </pc:spChg>
        <pc:spChg chg="mod">
          <ac:chgData name="Clément ZIANE" userId="aa8721fc-2935-48cf-9afe-91d2e8923272" providerId="ADAL" clId="{D7E50A8E-32E1-4F56-ABD6-3679AB1E199B}" dt="2024-11-07T08:52:41.462" v="521" actId="20577"/>
          <ac:spMkLst>
            <pc:docMk/>
            <pc:sldMk cId="275801239" sldId="317"/>
            <ac:spMk id="5" creationId="{DA63916A-72CE-0FFC-67A3-B2598B9E7D6F}"/>
          </ac:spMkLst>
        </pc:spChg>
        <pc:spChg chg="mod">
          <ac:chgData name="Clément ZIANE" userId="aa8721fc-2935-48cf-9afe-91d2e8923272" providerId="ADAL" clId="{D7E50A8E-32E1-4F56-ABD6-3679AB1E199B}" dt="2024-11-07T08:36:21.506" v="218" actId="20577"/>
          <ac:spMkLst>
            <pc:docMk/>
            <pc:sldMk cId="275801239" sldId="317"/>
            <ac:spMk id="7" creationId="{FC1DBDA5-5F39-BF9B-2BB6-CF5CCA944BC7}"/>
          </ac:spMkLst>
        </pc:spChg>
        <pc:picChg chg="add mod">
          <ac:chgData name="Clément ZIANE" userId="aa8721fc-2935-48cf-9afe-91d2e8923272" providerId="ADAL" clId="{D7E50A8E-32E1-4F56-ABD6-3679AB1E199B}" dt="2024-11-07T08:36:28.792" v="222" actId="1076"/>
          <ac:picMkLst>
            <pc:docMk/>
            <pc:sldMk cId="275801239" sldId="317"/>
            <ac:picMk id="6" creationId="{6FFF23F4-5854-C5E4-15CC-F5DB398F87D2}"/>
          </ac:picMkLst>
        </pc:picChg>
      </pc:sldChg>
      <pc:sldChg chg="delSp modSp add mod">
        <pc:chgData name="Clément ZIANE" userId="aa8721fc-2935-48cf-9afe-91d2e8923272" providerId="ADAL" clId="{D7E50A8E-32E1-4F56-ABD6-3679AB1E199B}" dt="2024-11-07T08:52:44.248" v="523" actId="20577"/>
        <pc:sldMkLst>
          <pc:docMk/>
          <pc:sldMk cId="434697931" sldId="318"/>
        </pc:sldMkLst>
        <pc:spChg chg="mod">
          <ac:chgData name="Clément ZIANE" userId="aa8721fc-2935-48cf-9afe-91d2e8923272" providerId="ADAL" clId="{D7E50A8E-32E1-4F56-ABD6-3679AB1E199B}" dt="2024-11-07T08:38:05.677" v="245" actId="20577"/>
          <ac:spMkLst>
            <pc:docMk/>
            <pc:sldMk cId="434697931" sldId="318"/>
            <ac:spMk id="4" creationId="{5F1531B8-00F4-42B2-B0AE-6D18D074D35B}"/>
          </ac:spMkLst>
        </pc:spChg>
        <pc:spChg chg="mod">
          <ac:chgData name="Clément ZIANE" userId="aa8721fc-2935-48cf-9afe-91d2e8923272" providerId="ADAL" clId="{D7E50A8E-32E1-4F56-ABD6-3679AB1E199B}" dt="2024-11-07T08:52:44.248" v="523" actId="20577"/>
          <ac:spMkLst>
            <pc:docMk/>
            <pc:sldMk cId="434697931" sldId="318"/>
            <ac:spMk id="5" creationId="{C318E0D0-3976-ED68-F8D2-611EB8D586DA}"/>
          </ac:spMkLst>
        </pc:spChg>
        <pc:spChg chg="mod">
          <ac:chgData name="Clément ZIANE" userId="aa8721fc-2935-48cf-9afe-91d2e8923272" providerId="ADAL" clId="{D7E50A8E-32E1-4F56-ABD6-3679AB1E199B}" dt="2024-11-07T08:37:16.235" v="232" actId="207"/>
          <ac:spMkLst>
            <pc:docMk/>
            <pc:sldMk cId="434697931" sldId="318"/>
            <ac:spMk id="7" creationId="{5BE845B2-66EC-6E36-B1F4-6878E24BAC0D}"/>
          </ac:spMkLst>
        </pc:spChg>
        <pc:picChg chg="del">
          <ac:chgData name="Clément ZIANE" userId="aa8721fc-2935-48cf-9afe-91d2e8923272" providerId="ADAL" clId="{D7E50A8E-32E1-4F56-ABD6-3679AB1E199B}" dt="2024-11-07T08:36:42.292" v="224" actId="478"/>
          <ac:picMkLst>
            <pc:docMk/>
            <pc:sldMk cId="434697931" sldId="318"/>
            <ac:picMk id="6" creationId="{F9544371-B7BD-802F-3B0F-A245C9B9EF21}"/>
          </ac:picMkLst>
        </pc:picChg>
      </pc:sldChg>
      <pc:sldChg chg="modSp add mod">
        <pc:chgData name="Clément ZIANE" userId="aa8721fc-2935-48cf-9afe-91d2e8923272" providerId="ADAL" clId="{D7E50A8E-32E1-4F56-ABD6-3679AB1E199B}" dt="2024-11-07T08:52:49.415" v="525" actId="20577"/>
        <pc:sldMkLst>
          <pc:docMk/>
          <pc:sldMk cId="2887873802" sldId="319"/>
        </pc:sldMkLst>
        <pc:spChg chg="mod">
          <ac:chgData name="Clément ZIANE" userId="aa8721fc-2935-48cf-9afe-91d2e8923272" providerId="ADAL" clId="{D7E50A8E-32E1-4F56-ABD6-3679AB1E199B}" dt="2024-11-07T08:38:11.516" v="251" actId="20577"/>
          <ac:spMkLst>
            <pc:docMk/>
            <pc:sldMk cId="2887873802" sldId="319"/>
            <ac:spMk id="4" creationId="{BA75E0DB-B296-0DDC-78BF-075697EE1830}"/>
          </ac:spMkLst>
        </pc:spChg>
        <pc:spChg chg="mod">
          <ac:chgData name="Clément ZIANE" userId="aa8721fc-2935-48cf-9afe-91d2e8923272" providerId="ADAL" clId="{D7E50A8E-32E1-4F56-ABD6-3679AB1E199B}" dt="2024-11-07T08:52:49.415" v="525" actId="20577"/>
          <ac:spMkLst>
            <pc:docMk/>
            <pc:sldMk cId="2887873802" sldId="319"/>
            <ac:spMk id="5" creationId="{27829A8C-02B6-6801-653B-7A676129B991}"/>
          </ac:spMkLst>
        </pc:spChg>
        <pc:spChg chg="mod">
          <ac:chgData name="Clément ZIANE" userId="aa8721fc-2935-48cf-9afe-91d2e8923272" providerId="ADAL" clId="{D7E50A8E-32E1-4F56-ABD6-3679AB1E199B}" dt="2024-11-07T08:37:55.431" v="237" actId="2711"/>
          <ac:spMkLst>
            <pc:docMk/>
            <pc:sldMk cId="2887873802" sldId="319"/>
            <ac:spMk id="7" creationId="{8905024E-5B3F-29E0-1539-C6FCB5ACD21C}"/>
          </ac:spMkLst>
        </pc:spChg>
      </pc:sldChg>
      <pc:sldChg chg="modSp add mod">
        <pc:chgData name="Clément ZIANE" userId="aa8721fc-2935-48cf-9afe-91d2e8923272" providerId="ADAL" clId="{D7E50A8E-32E1-4F56-ABD6-3679AB1E199B}" dt="2024-11-07T08:52:52.528" v="527" actId="20577"/>
        <pc:sldMkLst>
          <pc:docMk/>
          <pc:sldMk cId="1423787789" sldId="320"/>
        </pc:sldMkLst>
        <pc:spChg chg="mod">
          <ac:chgData name="Clément ZIANE" userId="aa8721fc-2935-48cf-9afe-91d2e8923272" providerId="ADAL" clId="{D7E50A8E-32E1-4F56-ABD6-3679AB1E199B}" dt="2024-11-07T08:38:30.983" v="259" actId="20577"/>
          <ac:spMkLst>
            <pc:docMk/>
            <pc:sldMk cId="1423787789" sldId="320"/>
            <ac:spMk id="4" creationId="{B790CA58-59BA-FF2E-FAB5-6DA1DFA85589}"/>
          </ac:spMkLst>
        </pc:spChg>
        <pc:spChg chg="mod">
          <ac:chgData name="Clément ZIANE" userId="aa8721fc-2935-48cf-9afe-91d2e8923272" providerId="ADAL" clId="{D7E50A8E-32E1-4F56-ABD6-3679AB1E199B}" dt="2024-11-07T08:52:52.528" v="527" actId="20577"/>
          <ac:spMkLst>
            <pc:docMk/>
            <pc:sldMk cId="1423787789" sldId="320"/>
            <ac:spMk id="5" creationId="{6470FCBA-C7B8-3F52-588A-53FEA89FF12D}"/>
          </ac:spMkLst>
        </pc:spChg>
        <pc:spChg chg="mod">
          <ac:chgData name="Clément ZIANE" userId="aa8721fc-2935-48cf-9afe-91d2e8923272" providerId="ADAL" clId="{D7E50A8E-32E1-4F56-ABD6-3679AB1E199B}" dt="2024-11-07T08:38:41.623" v="261" actId="2711"/>
          <ac:spMkLst>
            <pc:docMk/>
            <pc:sldMk cId="1423787789" sldId="320"/>
            <ac:spMk id="7" creationId="{C1CBC059-F8DC-95D7-67C5-42583183BA64}"/>
          </ac:spMkLst>
        </pc:spChg>
      </pc:sldChg>
      <pc:sldChg chg="modSp add mod">
        <pc:chgData name="Clément ZIANE" userId="aa8721fc-2935-48cf-9afe-91d2e8923272" providerId="ADAL" clId="{D7E50A8E-32E1-4F56-ABD6-3679AB1E199B}" dt="2024-11-07T08:52:55.054" v="529" actId="20577"/>
        <pc:sldMkLst>
          <pc:docMk/>
          <pc:sldMk cId="2083707584" sldId="321"/>
        </pc:sldMkLst>
        <pc:spChg chg="mod">
          <ac:chgData name="Clément ZIANE" userId="aa8721fc-2935-48cf-9afe-91d2e8923272" providerId="ADAL" clId="{D7E50A8E-32E1-4F56-ABD6-3679AB1E199B}" dt="2024-11-07T08:39:43.023" v="266"/>
          <ac:spMkLst>
            <pc:docMk/>
            <pc:sldMk cId="2083707584" sldId="321"/>
            <ac:spMk id="4" creationId="{C3B3C92B-2395-E1CD-5224-544EC6688F99}"/>
          </ac:spMkLst>
        </pc:spChg>
        <pc:spChg chg="mod">
          <ac:chgData name="Clément ZIANE" userId="aa8721fc-2935-48cf-9afe-91d2e8923272" providerId="ADAL" clId="{D7E50A8E-32E1-4F56-ABD6-3679AB1E199B}" dt="2024-11-07T08:52:55.054" v="529" actId="20577"/>
          <ac:spMkLst>
            <pc:docMk/>
            <pc:sldMk cId="2083707584" sldId="321"/>
            <ac:spMk id="5" creationId="{50895C3B-07CC-AB7E-0686-1B403E38B3E1}"/>
          </ac:spMkLst>
        </pc:spChg>
        <pc:spChg chg="mod">
          <ac:chgData name="Clément ZIANE" userId="aa8721fc-2935-48cf-9afe-91d2e8923272" providerId="ADAL" clId="{D7E50A8E-32E1-4F56-ABD6-3679AB1E199B}" dt="2024-11-07T08:39:51.787" v="268" actId="2711"/>
          <ac:spMkLst>
            <pc:docMk/>
            <pc:sldMk cId="2083707584" sldId="321"/>
            <ac:spMk id="7" creationId="{E46E7FA0-92BF-CD30-43E1-CAD36370C29F}"/>
          </ac:spMkLst>
        </pc:spChg>
      </pc:sldChg>
      <pc:sldChg chg="modSp add mod">
        <pc:chgData name="Clément ZIANE" userId="aa8721fc-2935-48cf-9afe-91d2e8923272" providerId="ADAL" clId="{D7E50A8E-32E1-4F56-ABD6-3679AB1E199B}" dt="2024-11-07T08:52:57.488" v="531" actId="20577"/>
        <pc:sldMkLst>
          <pc:docMk/>
          <pc:sldMk cId="3614746905" sldId="322"/>
        </pc:sldMkLst>
        <pc:spChg chg="mod">
          <ac:chgData name="Clément ZIANE" userId="aa8721fc-2935-48cf-9afe-91d2e8923272" providerId="ADAL" clId="{D7E50A8E-32E1-4F56-ABD6-3679AB1E199B}" dt="2024-11-07T08:52:57.488" v="531" actId="20577"/>
          <ac:spMkLst>
            <pc:docMk/>
            <pc:sldMk cId="3614746905" sldId="322"/>
            <ac:spMk id="5" creationId="{34985B88-2D61-3817-288A-B9CE47D08267}"/>
          </ac:spMkLst>
        </pc:spChg>
        <pc:spChg chg="mod">
          <ac:chgData name="Clément ZIANE" userId="aa8721fc-2935-48cf-9afe-91d2e8923272" providerId="ADAL" clId="{D7E50A8E-32E1-4F56-ABD6-3679AB1E199B}" dt="2024-11-07T08:40:07.028" v="271" actId="2711"/>
          <ac:spMkLst>
            <pc:docMk/>
            <pc:sldMk cId="3614746905" sldId="322"/>
            <ac:spMk id="7" creationId="{4927A610-CDB7-85C7-4335-E3CD2F8433E4}"/>
          </ac:spMkLst>
        </pc:spChg>
      </pc:sldChg>
      <pc:sldChg chg="modSp add mod">
        <pc:chgData name="Clément ZIANE" userId="aa8721fc-2935-48cf-9afe-91d2e8923272" providerId="ADAL" clId="{D7E50A8E-32E1-4F56-ABD6-3679AB1E199B}" dt="2024-11-07T08:53:01.061" v="533" actId="20577"/>
        <pc:sldMkLst>
          <pc:docMk/>
          <pc:sldMk cId="3717193504" sldId="323"/>
        </pc:sldMkLst>
        <pc:spChg chg="mod">
          <ac:chgData name="Clément ZIANE" userId="aa8721fc-2935-48cf-9afe-91d2e8923272" providerId="ADAL" clId="{D7E50A8E-32E1-4F56-ABD6-3679AB1E199B}" dt="2024-11-07T08:40:24.270" v="275"/>
          <ac:spMkLst>
            <pc:docMk/>
            <pc:sldMk cId="3717193504" sldId="323"/>
            <ac:spMk id="4" creationId="{452A2707-326E-A380-B6AC-9C8065A3648B}"/>
          </ac:spMkLst>
        </pc:spChg>
        <pc:spChg chg="mod">
          <ac:chgData name="Clément ZIANE" userId="aa8721fc-2935-48cf-9afe-91d2e8923272" providerId="ADAL" clId="{D7E50A8E-32E1-4F56-ABD6-3679AB1E199B}" dt="2024-11-07T08:53:01.061" v="533" actId="20577"/>
          <ac:spMkLst>
            <pc:docMk/>
            <pc:sldMk cId="3717193504" sldId="323"/>
            <ac:spMk id="5" creationId="{44705186-7256-21B2-8B2A-9C52AC3116E5}"/>
          </ac:spMkLst>
        </pc:spChg>
        <pc:spChg chg="mod">
          <ac:chgData name="Clément ZIANE" userId="aa8721fc-2935-48cf-9afe-91d2e8923272" providerId="ADAL" clId="{D7E50A8E-32E1-4F56-ABD6-3679AB1E199B}" dt="2024-11-07T08:40:31.476" v="277" actId="2711"/>
          <ac:spMkLst>
            <pc:docMk/>
            <pc:sldMk cId="3717193504" sldId="323"/>
            <ac:spMk id="7" creationId="{0EEA4382-4883-CCF2-5F21-065699BB39A4}"/>
          </ac:spMkLst>
        </pc:spChg>
      </pc:sldChg>
      <pc:sldChg chg="modSp add mod ord">
        <pc:chgData name="Clément ZIANE" userId="aa8721fc-2935-48cf-9afe-91d2e8923272" providerId="ADAL" clId="{D7E50A8E-32E1-4F56-ABD6-3679AB1E199B}" dt="2024-11-07T08:41:02.972" v="314" actId="20577"/>
        <pc:sldMkLst>
          <pc:docMk/>
          <pc:sldMk cId="609809972" sldId="324"/>
        </pc:sldMkLst>
        <pc:spChg chg="mod">
          <ac:chgData name="Clément ZIANE" userId="aa8721fc-2935-48cf-9afe-91d2e8923272" providerId="ADAL" clId="{D7E50A8E-32E1-4F56-ABD6-3679AB1E199B}" dt="2024-11-07T08:40:55.040" v="288" actId="20577"/>
          <ac:spMkLst>
            <pc:docMk/>
            <pc:sldMk cId="609809972" sldId="324"/>
            <ac:spMk id="4" creationId="{CC6D24E7-B29D-44AE-FE60-4D4603D3382B}"/>
          </ac:spMkLst>
        </pc:spChg>
        <pc:spChg chg="mod">
          <ac:chgData name="Clément ZIANE" userId="aa8721fc-2935-48cf-9afe-91d2e8923272" providerId="ADAL" clId="{D7E50A8E-32E1-4F56-ABD6-3679AB1E199B}" dt="2024-11-07T08:41:02.972" v="314" actId="20577"/>
          <ac:spMkLst>
            <pc:docMk/>
            <pc:sldMk cId="609809972" sldId="324"/>
            <ac:spMk id="5" creationId="{622F2EB7-5078-A0F0-C641-6CCD97467CD0}"/>
          </ac:spMkLst>
        </pc:spChg>
      </pc:sldChg>
      <pc:sldChg chg="modSp add mod ord">
        <pc:chgData name="Clément ZIANE" userId="aa8721fc-2935-48cf-9afe-91d2e8923272" providerId="ADAL" clId="{D7E50A8E-32E1-4F56-ABD6-3679AB1E199B}" dt="2024-11-07T08:53:09.770" v="535" actId="20577"/>
        <pc:sldMkLst>
          <pc:docMk/>
          <pc:sldMk cId="3676409078" sldId="325"/>
        </pc:sldMkLst>
        <pc:spChg chg="mod">
          <ac:chgData name="Clément ZIANE" userId="aa8721fc-2935-48cf-9afe-91d2e8923272" providerId="ADAL" clId="{D7E50A8E-32E1-4F56-ABD6-3679AB1E199B}" dt="2024-11-07T08:41:13.377" v="315"/>
          <ac:spMkLst>
            <pc:docMk/>
            <pc:sldMk cId="3676409078" sldId="325"/>
            <ac:spMk id="4" creationId="{37EB823C-60BC-2FEB-43D7-B70CF8953E78}"/>
          </ac:spMkLst>
        </pc:spChg>
        <pc:spChg chg="mod">
          <ac:chgData name="Clément ZIANE" userId="aa8721fc-2935-48cf-9afe-91d2e8923272" providerId="ADAL" clId="{D7E50A8E-32E1-4F56-ABD6-3679AB1E199B}" dt="2024-11-07T08:53:09.770" v="535" actId="20577"/>
          <ac:spMkLst>
            <pc:docMk/>
            <pc:sldMk cId="3676409078" sldId="325"/>
            <ac:spMk id="5" creationId="{1B904D04-435F-B77C-8D95-5A0FA4471C46}"/>
          </ac:spMkLst>
        </pc:spChg>
        <pc:spChg chg="mod">
          <ac:chgData name="Clément ZIANE" userId="aa8721fc-2935-48cf-9afe-91d2e8923272" providerId="ADAL" clId="{D7E50A8E-32E1-4F56-ABD6-3679AB1E199B}" dt="2024-11-07T08:41:20.339" v="317" actId="2711"/>
          <ac:spMkLst>
            <pc:docMk/>
            <pc:sldMk cId="3676409078" sldId="325"/>
            <ac:spMk id="7" creationId="{04DBF993-11E5-E56E-1AD9-29269BDECF17}"/>
          </ac:spMkLst>
        </pc:spChg>
      </pc:sldChg>
      <pc:sldChg chg="modSp add mod">
        <pc:chgData name="Clément ZIANE" userId="aa8721fc-2935-48cf-9afe-91d2e8923272" providerId="ADAL" clId="{D7E50A8E-32E1-4F56-ABD6-3679AB1E199B}" dt="2024-11-07T08:53:12.868" v="537" actId="20577"/>
        <pc:sldMkLst>
          <pc:docMk/>
          <pc:sldMk cId="1042120954" sldId="326"/>
        </pc:sldMkLst>
        <pc:spChg chg="mod">
          <ac:chgData name="Clément ZIANE" userId="aa8721fc-2935-48cf-9afe-91d2e8923272" providerId="ADAL" clId="{D7E50A8E-32E1-4F56-ABD6-3679AB1E199B}" dt="2024-11-07T08:41:32.305" v="321"/>
          <ac:spMkLst>
            <pc:docMk/>
            <pc:sldMk cId="1042120954" sldId="326"/>
            <ac:spMk id="4" creationId="{F641A16E-37DF-4146-07C5-8F125D2CB992}"/>
          </ac:spMkLst>
        </pc:spChg>
        <pc:spChg chg="mod">
          <ac:chgData name="Clément ZIANE" userId="aa8721fc-2935-48cf-9afe-91d2e8923272" providerId="ADAL" clId="{D7E50A8E-32E1-4F56-ABD6-3679AB1E199B}" dt="2024-11-07T08:53:12.868" v="537" actId="20577"/>
          <ac:spMkLst>
            <pc:docMk/>
            <pc:sldMk cId="1042120954" sldId="326"/>
            <ac:spMk id="5" creationId="{EF88BAF8-DD20-CCF3-BF20-AC7AAC2CA0F8}"/>
          </ac:spMkLst>
        </pc:spChg>
        <pc:spChg chg="mod">
          <ac:chgData name="Clément ZIANE" userId="aa8721fc-2935-48cf-9afe-91d2e8923272" providerId="ADAL" clId="{D7E50A8E-32E1-4F56-ABD6-3679AB1E199B}" dt="2024-11-07T08:41:48.012" v="323" actId="2711"/>
          <ac:spMkLst>
            <pc:docMk/>
            <pc:sldMk cId="1042120954" sldId="326"/>
            <ac:spMk id="7" creationId="{42A61BD4-001A-0BDE-E3D4-11D9986F481E}"/>
          </ac:spMkLst>
        </pc:spChg>
      </pc:sldChg>
      <pc:sldChg chg="modSp add mod">
        <pc:chgData name="Clément ZIANE" userId="aa8721fc-2935-48cf-9afe-91d2e8923272" providerId="ADAL" clId="{D7E50A8E-32E1-4F56-ABD6-3679AB1E199B}" dt="2024-11-07T08:53:15.716" v="539" actId="20577"/>
        <pc:sldMkLst>
          <pc:docMk/>
          <pc:sldMk cId="2532795472" sldId="327"/>
        </pc:sldMkLst>
        <pc:spChg chg="mod">
          <ac:chgData name="Clément ZIANE" userId="aa8721fc-2935-48cf-9afe-91d2e8923272" providerId="ADAL" clId="{D7E50A8E-32E1-4F56-ABD6-3679AB1E199B}" dt="2024-11-07T08:41:59.285" v="329"/>
          <ac:spMkLst>
            <pc:docMk/>
            <pc:sldMk cId="2532795472" sldId="327"/>
            <ac:spMk id="4" creationId="{8DA1DA70-3477-5929-89C1-F41216A37BB3}"/>
          </ac:spMkLst>
        </pc:spChg>
        <pc:spChg chg="mod">
          <ac:chgData name="Clément ZIANE" userId="aa8721fc-2935-48cf-9afe-91d2e8923272" providerId="ADAL" clId="{D7E50A8E-32E1-4F56-ABD6-3679AB1E199B}" dt="2024-11-07T08:53:15.716" v="539" actId="20577"/>
          <ac:spMkLst>
            <pc:docMk/>
            <pc:sldMk cId="2532795472" sldId="327"/>
            <ac:spMk id="5" creationId="{BE2D8814-5E29-6F3D-4738-4FC09E115AEE}"/>
          </ac:spMkLst>
        </pc:spChg>
        <pc:spChg chg="mod">
          <ac:chgData name="Clément ZIANE" userId="aa8721fc-2935-48cf-9afe-91d2e8923272" providerId="ADAL" clId="{D7E50A8E-32E1-4F56-ABD6-3679AB1E199B}" dt="2024-11-07T08:42:07.216" v="331" actId="2711"/>
          <ac:spMkLst>
            <pc:docMk/>
            <pc:sldMk cId="2532795472" sldId="327"/>
            <ac:spMk id="7" creationId="{F9277215-10A1-BBC3-AD19-A150398D5476}"/>
          </ac:spMkLst>
        </pc:spChg>
      </pc:sldChg>
      <pc:sldChg chg="modSp add mod">
        <pc:chgData name="Clément ZIANE" userId="aa8721fc-2935-48cf-9afe-91d2e8923272" providerId="ADAL" clId="{D7E50A8E-32E1-4F56-ABD6-3679AB1E199B}" dt="2024-11-07T08:53:19.036" v="541" actId="20577"/>
        <pc:sldMkLst>
          <pc:docMk/>
          <pc:sldMk cId="1294814937" sldId="328"/>
        </pc:sldMkLst>
        <pc:spChg chg="mod">
          <ac:chgData name="Clément ZIANE" userId="aa8721fc-2935-48cf-9afe-91d2e8923272" providerId="ADAL" clId="{D7E50A8E-32E1-4F56-ABD6-3679AB1E199B}" dt="2024-11-07T08:43:12.650" v="333"/>
          <ac:spMkLst>
            <pc:docMk/>
            <pc:sldMk cId="1294814937" sldId="328"/>
            <ac:spMk id="4" creationId="{9F46022C-1A61-95EE-C32E-BA64C98F9644}"/>
          </ac:spMkLst>
        </pc:spChg>
        <pc:spChg chg="mod">
          <ac:chgData name="Clément ZIANE" userId="aa8721fc-2935-48cf-9afe-91d2e8923272" providerId="ADAL" clId="{D7E50A8E-32E1-4F56-ABD6-3679AB1E199B}" dt="2024-11-07T08:53:19.036" v="541" actId="20577"/>
          <ac:spMkLst>
            <pc:docMk/>
            <pc:sldMk cId="1294814937" sldId="328"/>
            <ac:spMk id="5" creationId="{792F7183-AC84-356E-3F40-77B504D5C164}"/>
          </ac:spMkLst>
        </pc:spChg>
        <pc:spChg chg="mod">
          <ac:chgData name="Clément ZIANE" userId="aa8721fc-2935-48cf-9afe-91d2e8923272" providerId="ADAL" clId="{D7E50A8E-32E1-4F56-ABD6-3679AB1E199B}" dt="2024-11-07T08:43:20.248" v="335" actId="2711"/>
          <ac:spMkLst>
            <pc:docMk/>
            <pc:sldMk cId="1294814937" sldId="328"/>
            <ac:spMk id="7" creationId="{C83B2474-CC19-A613-0A4F-4970BEF6041E}"/>
          </ac:spMkLst>
        </pc:spChg>
      </pc:sldChg>
      <pc:sldChg chg="modSp add mod">
        <pc:chgData name="Clément ZIANE" userId="aa8721fc-2935-48cf-9afe-91d2e8923272" providerId="ADAL" clId="{D7E50A8E-32E1-4F56-ABD6-3679AB1E199B}" dt="2024-11-07T08:53:26.454" v="545" actId="14100"/>
        <pc:sldMkLst>
          <pc:docMk/>
          <pc:sldMk cId="2951345967" sldId="329"/>
        </pc:sldMkLst>
        <pc:spChg chg="mod">
          <ac:chgData name="Clément ZIANE" userId="aa8721fc-2935-48cf-9afe-91d2e8923272" providerId="ADAL" clId="{D7E50A8E-32E1-4F56-ABD6-3679AB1E199B}" dt="2024-11-07T08:43:30.230" v="337"/>
          <ac:spMkLst>
            <pc:docMk/>
            <pc:sldMk cId="2951345967" sldId="329"/>
            <ac:spMk id="4" creationId="{E4D13FEA-5394-7740-4FC9-210F429C309A}"/>
          </ac:spMkLst>
        </pc:spChg>
        <pc:spChg chg="mod">
          <ac:chgData name="Clément ZIANE" userId="aa8721fc-2935-48cf-9afe-91d2e8923272" providerId="ADAL" clId="{D7E50A8E-32E1-4F56-ABD6-3679AB1E199B}" dt="2024-11-07T08:53:26.454" v="545" actId="14100"/>
          <ac:spMkLst>
            <pc:docMk/>
            <pc:sldMk cId="2951345967" sldId="329"/>
            <ac:spMk id="5" creationId="{E2985815-3909-1908-3971-01EC258D2FB4}"/>
          </ac:spMkLst>
        </pc:spChg>
        <pc:spChg chg="mod">
          <ac:chgData name="Clément ZIANE" userId="aa8721fc-2935-48cf-9afe-91d2e8923272" providerId="ADAL" clId="{D7E50A8E-32E1-4F56-ABD6-3679AB1E199B}" dt="2024-11-07T08:43:38.377" v="339" actId="2711"/>
          <ac:spMkLst>
            <pc:docMk/>
            <pc:sldMk cId="2951345967" sldId="329"/>
            <ac:spMk id="7" creationId="{0A6510F3-1711-7728-4F4C-4E8FD0E366C7}"/>
          </ac:spMkLst>
        </pc:spChg>
      </pc:sldChg>
      <pc:sldChg chg="modSp add mod">
        <pc:chgData name="Clément ZIANE" userId="aa8721fc-2935-48cf-9afe-91d2e8923272" providerId="ADAL" clId="{D7E50A8E-32E1-4F56-ABD6-3679AB1E199B}" dt="2024-11-07T08:53:31.452" v="547" actId="20577"/>
        <pc:sldMkLst>
          <pc:docMk/>
          <pc:sldMk cId="3641623416" sldId="330"/>
        </pc:sldMkLst>
        <pc:spChg chg="mod">
          <ac:chgData name="Clément ZIANE" userId="aa8721fc-2935-48cf-9afe-91d2e8923272" providerId="ADAL" clId="{D7E50A8E-32E1-4F56-ABD6-3679AB1E199B}" dt="2024-11-07T08:43:49.499" v="343"/>
          <ac:spMkLst>
            <pc:docMk/>
            <pc:sldMk cId="3641623416" sldId="330"/>
            <ac:spMk id="4" creationId="{9AD5B323-CE51-E0A1-C8E4-C09BD6E40D3A}"/>
          </ac:spMkLst>
        </pc:spChg>
        <pc:spChg chg="mod">
          <ac:chgData name="Clément ZIANE" userId="aa8721fc-2935-48cf-9afe-91d2e8923272" providerId="ADAL" clId="{D7E50A8E-32E1-4F56-ABD6-3679AB1E199B}" dt="2024-11-07T08:53:31.452" v="547" actId="20577"/>
          <ac:spMkLst>
            <pc:docMk/>
            <pc:sldMk cId="3641623416" sldId="330"/>
            <ac:spMk id="5" creationId="{75672544-FBBC-D5F0-89EF-F300C1FCFE87}"/>
          </ac:spMkLst>
        </pc:spChg>
        <pc:spChg chg="mod">
          <ac:chgData name="Clément ZIANE" userId="aa8721fc-2935-48cf-9afe-91d2e8923272" providerId="ADAL" clId="{D7E50A8E-32E1-4F56-ABD6-3679AB1E199B}" dt="2024-11-07T08:43:56.578" v="345" actId="2711"/>
          <ac:spMkLst>
            <pc:docMk/>
            <pc:sldMk cId="3641623416" sldId="330"/>
            <ac:spMk id="7" creationId="{6FBCC79F-3E3E-B11C-292B-9B399F77656B}"/>
          </ac:spMkLst>
        </pc:spChg>
      </pc:sldChg>
      <pc:sldChg chg="modSp add mod">
        <pc:chgData name="Clément ZIANE" userId="aa8721fc-2935-48cf-9afe-91d2e8923272" providerId="ADAL" clId="{D7E50A8E-32E1-4F56-ABD6-3679AB1E199B}" dt="2024-11-07T08:53:36.436" v="549" actId="20577"/>
        <pc:sldMkLst>
          <pc:docMk/>
          <pc:sldMk cId="440507470" sldId="331"/>
        </pc:sldMkLst>
        <pc:spChg chg="mod">
          <ac:chgData name="Clément ZIANE" userId="aa8721fc-2935-48cf-9afe-91d2e8923272" providerId="ADAL" clId="{D7E50A8E-32E1-4F56-ABD6-3679AB1E199B}" dt="2024-11-07T08:44:06.687" v="347"/>
          <ac:spMkLst>
            <pc:docMk/>
            <pc:sldMk cId="440507470" sldId="331"/>
            <ac:spMk id="4" creationId="{02547012-CC0C-97DD-EA33-5441DDF75D06}"/>
          </ac:spMkLst>
        </pc:spChg>
        <pc:spChg chg="mod">
          <ac:chgData name="Clément ZIANE" userId="aa8721fc-2935-48cf-9afe-91d2e8923272" providerId="ADAL" clId="{D7E50A8E-32E1-4F56-ABD6-3679AB1E199B}" dt="2024-11-07T08:53:36.436" v="549" actId="20577"/>
          <ac:spMkLst>
            <pc:docMk/>
            <pc:sldMk cId="440507470" sldId="331"/>
            <ac:spMk id="5" creationId="{B0676776-1002-7C06-D4C6-73CDDB52AA61}"/>
          </ac:spMkLst>
        </pc:spChg>
        <pc:spChg chg="mod">
          <ac:chgData name="Clément ZIANE" userId="aa8721fc-2935-48cf-9afe-91d2e8923272" providerId="ADAL" clId="{D7E50A8E-32E1-4F56-ABD6-3679AB1E199B}" dt="2024-11-07T08:44:20.948" v="349" actId="2711"/>
          <ac:spMkLst>
            <pc:docMk/>
            <pc:sldMk cId="440507470" sldId="331"/>
            <ac:spMk id="7" creationId="{D04EABF1-D868-DF7D-5830-E60475392518}"/>
          </ac:spMkLst>
        </pc:spChg>
      </pc:sldChg>
      <pc:sldChg chg="modSp add mod">
        <pc:chgData name="Clément ZIANE" userId="aa8721fc-2935-48cf-9afe-91d2e8923272" providerId="ADAL" clId="{D7E50A8E-32E1-4F56-ABD6-3679AB1E199B}" dt="2024-11-07T08:53:40.470" v="551" actId="20577"/>
        <pc:sldMkLst>
          <pc:docMk/>
          <pc:sldMk cId="3013634573" sldId="332"/>
        </pc:sldMkLst>
        <pc:spChg chg="mod">
          <ac:chgData name="Clément ZIANE" userId="aa8721fc-2935-48cf-9afe-91d2e8923272" providerId="ADAL" clId="{D7E50A8E-32E1-4F56-ABD6-3679AB1E199B}" dt="2024-11-07T08:44:35.697" v="353"/>
          <ac:spMkLst>
            <pc:docMk/>
            <pc:sldMk cId="3013634573" sldId="332"/>
            <ac:spMk id="4" creationId="{6B25C1BF-9995-D089-1628-A695598D960E}"/>
          </ac:spMkLst>
        </pc:spChg>
        <pc:spChg chg="mod">
          <ac:chgData name="Clément ZIANE" userId="aa8721fc-2935-48cf-9afe-91d2e8923272" providerId="ADAL" clId="{D7E50A8E-32E1-4F56-ABD6-3679AB1E199B}" dt="2024-11-07T08:53:40.470" v="551" actId="20577"/>
          <ac:spMkLst>
            <pc:docMk/>
            <pc:sldMk cId="3013634573" sldId="332"/>
            <ac:spMk id="5" creationId="{87CAB418-7E43-6687-91FF-21B53D68CEA6}"/>
          </ac:spMkLst>
        </pc:spChg>
        <pc:spChg chg="mod">
          <ac:chgData name="Clément ZIANE" userId="aa8721fc-2935-48cf-9afe-91d2e8923272" providerId="ADAL" clId="{D7E50A8E-32E1-4F56-ABD6-3679AB1E199B}" dt="2024-11-07T08:44:47.327" v="355" actId="2711"/>
          <ac:spMkLst>
            <pc:docMk/>
            <pc:sldMk cId="3013634573" sldId="332"/>
            <ac:spMk id="7" creationId="{E64E2A02-79A1-ED37-A466-7444EB2F90A9}"/>
          </ac:spMkLst>
        </pc:spChg>
      </pc:sldChg>
      <pc:sldChg chg="modSp add mod ord">
        <pc:chgData name="Clément ZIANE" userId="aa8721fc-2935-48cf-9afe-91d2e8923272" providerId="ADAL" clId="{D7E50A8E-32E1-4F56-ABD6-3679AB1E199B}" dt="2024-11-07T08:45:27.255" v="403" actId="20577"/>
        <pc:sldMkLst>
          <pc:docMk/>
          <pc:sldMk cId="2061485403" sldId="333"/>
        </pc:sldMkLst>
        <pc:spChg chg="mod">
          <ac:chgData name="Clément ZIANE" userId="aa8721fc-2935-48cf-9afe-91d2e8923272" providerId="ADAL" clId="{D7E50A8E-32E1-4F56-ABD6-3679AB1E199B}" dt="2024-11-07T08:45:18.306" v="374" actId="20577"/>
          <ac:spMkLst>
            <pc:docMk/>
            <pc:sldMk cId="2061485403" sldId="333"/>
            <ac:spMk id="4" creationId="{B1D91E4E-5174-93E8-85AE-78329DF8354D}"/>
          </ac:spMkLst>
        </pc:spChg>
        <pc:spChg chg="mod">
          <ac:chgData name="Clément ZIANE" userId="aa8721fc-2935-48cf-9afe-91d2e8923272" providerId="ADAL" clId="{D7E50A8E-32E1-4F56-ABD6-3679AB1E199B}" dt="2024-11-07T08:45:27.255" v="403" actId="20577"/>
          <ac:spMkLst>
            <pc:docMk/>
            <pc:sldMk cId="2061485403" sldId="333"/>
            <ac:spMk id="5" creationId="{8C37F465-E15B-AEB8-C1A6-97C101681DE0}"/>
          </ac:spMkLst>
        </pc:spChg>
      </pc:sldChg>
      <pc:sldChg chg="modSp add mod ord">
        <pc:chgData name="Clément ZIANE" userId="aa8721fc-2935-48cf-9afe-91d2e8923272" providerId="ADAL" clId="{D7E50A8E-32E1-4F56-ABD6-3679AB1E199B}" dt="2024-11-07T08:53:44.565" v="553" actId="20577"/>
        <pc:sldMkLst>
          <pc:docMk/>
          <pc:sldMk cId="4148225429" sldId="334"/>
        </pc:sldMkLst>
        <pc:spChg chg="mod">
          <ac:chgData name="Clément ZIANE" userId="aa8721fc-2935-48cf-9afe-91d2e8923272" providerId="ADAL" clId="{D7E50A8E-32E1-4F56-ABD6-3679AB1E199B}" dt="2024-11-07T08:45:40.718" v="407"/>
          <ac:spMkLst>
            <pc:docMk/>
            <pc:sldMk cId="4148225429" sldId="334"/>
            <ac:spMk id="4" creationId="{5A0551E6-A35F-4ACF-93BD-AE966FF2E874}"/>
          </ac:spMkLst>
        </pc:spChg>
        <pc:spChg chg="mod">
          <ac:chgData name="Clément ZIANE" userId="aa8721fc-2935-48cf-9afe-91d2e8923272" providerId="ADAL" clId="{D7E50A8E-32E1-4F56-ABD6-3679AB1E199B}" dt="2024-11-07T08:53:44.565" v="553" actId="20577"/>
          <ac:spMkLst>
            <pc:docMk/>
            <pc:sldMk cId="4148225429" sldId="334"/>
            <ac:spMk id="5" creationId="{3A91D2C2-A6BA-4A70-5D18-19BFFB9B3D8C}"/>
          </ac:spMkLst>
        </pc:spChg>
        <pc:spChg chg="mod">
          <ac:chgData name="Clément ZIANE" userId="aa8721fc-2935-48cf-9afe-91d2e8923272" providerId="ADAL" clId="{D7E50A8E-32E1-4F56-ABD6-3679AB1E199B}" dt="2024-11-07T08:46:12.449" v="417" actId="20577"/>
          <ac:spMkLst>
            <pc:docMk/>
            <pc:sldMk cId="4148225429" sldId="334"/>
            <ac:spMk id="7" creationId="{224A29CD-3643-5893-0DDB-12BCFEE35F97}"/>
          </ac:spMkLst>
        </pc:spChg>
      </pc:sldChg>
      <pc:sldChg chg="addSp modSp add mod">
        <pc:chgData name="Clément ZIANE" userId="aa8721fc-2935-48cf-9afe-91d2e8923272" providerId="ADAL" clId="{D7E50A8E-32E1-4F56-ABD6-3679AB1E199B}" dt="2024-11-07T08:53:47.504" v="555" actId="20577"/>
        <pc:sldMkLst>
          <pc:docMk/>
          <pc:sldMk cId="4002863447" sldId="335"/>
        </pc:sldMkLst>
        <pc:spChg chg="mod">
          <ac:chgData name="Clément ZIANE" userId="aa8721fc-2935-48cf-9afe-91d2e8923272" providerId="ADAL" clId="{D7E50A8E-32E1-4F56-ABD6-3679AB1E199B}" dt="2024-11-07T08:46:25.139" v="419"/>
          <ac:spMkLst>
            <pc:docMk/>
            <pc:sldMk cId="4002863447" sldId="335"/>
            <ac:spMk id="4" creationId="{C27A8D34-9180-6343-FE6E-62010140FCBA}"/>
          </ac:spMkLst>
        </pc:spChg>
        <pc:spChg chg="mod">
          <ac:chgData name="Clément ZIANE" userId="aa8721fc-2935-48cf-9afe-91d2e8923272" providerId="ADAL" clId="{D7E50A8E-32E1-4F56-ABD6-3679AB1E199B}" dt="2024-11-07T08:53:47.504" v="555" actId="20577"/>
          <ac:spMkLst>
            <pc:docMk/>
            <pc:sldMk cId="4002863447" sldId="335"/>
            <ac:spMk id="5" creationId="{55C2695D-F828-FB4D-AD11-ECB850C552AE}"/>
          </ac:spMkLst>
        </pc:spChg>
        <pc:spChg chg="mod">
          <ac:chgData name="Clément ZIANE" userId="aa8721fc-2935-48cf-9afe-91d2e8923272" providerId="ADAL" clId="{D7E50A8E-32E1-4F56-ABD6-3679AB1E199B}" dt="2024-11-07T08:46:30.530" v="420"/>
          <ac:spMkLst>
            <pc:docMk/>
            <pc:sldMk cId="4002863447" sldId="335"/>
            <ac:spMk id="7" creationId="{6BC8C255-C799-DA07-CAA9-3E0F00304C9E}"/>
          </ac:spMkLst>
        </pc:spChg>
        <pc:picChg chg="add mod">
          <ac:chgData name="Clément ZIANE" userId="aa8721fc-2935-48cf-9afe-91d2e8923272" providerId="ADAL" clId="{D7E50A8E-32E1-4F56-ABD6-3679AB1E199B}" dt="2024-11-07T08:46:41.444" v="423" actId="14100"/>
          <ac:picMkLst>
            <pc:docMk/>
            <pc:sldMk cId="4002863447" sldId="335"/>
            <ac:picMk id="6" creationId="{64CBDB55-4910-0144-59BA-5C352492EBD6}"/>
          </ac:picMkLst>
        </pc:picChg>
      </pc:sldChg>
      <pc:sldChg chg="addSp delSp modSp add mod">
        <pc:chgData name="Clément ZIANE" userId="aa8721fc-2935-48cf-9afe-91d2e8923272" providerId="ADAL" clId="{D7E50A8E-32E1-4F56-ABD6-3679AB1E199B}" dt="2024-11-07T08:53:50.895" v="557" actId="20577"/>
        <pc:sldMkLst>
          <pc:docMk/>
          <pc:sldMk cId="1850773355" sldId="336"/>
        </pc:sldMkLst>
        <pc:spChg chg="mod">
          <ac:chgData name="Clément ZIANE" userId="aa8721fc-2935-48cf-9afe-91d2e8923272" providerId="ADAL" clId="{D7E50A8E-32E1-4F56-ABD6-3679AB1E199B}" dt="2024-11-07T08:46:52.607" v="425"/>
          <ac:spMkLst>
            <pc:docMk/>
            <pc:sldMk cId="1850773355" sldId="336"/>
            <ac:spMk id="4" creationId="{3B935309-E596-44DE-9345-7497946A9802}"/>
          </ac:spMkLst>
        </pc:spChg>
        <pc:spChg chg="mod">
          <ac:chgData name="Clément ZIANE" userId="aa8721fc-2935-48cf-9afe-91d2e8923272" providerId="ADAL" clId="{D7E50A8E-32E1-4F56-ABD6-3679AB1E199B}" dt="2024-11-07T08:53:50.895" v="557" actId="20577"/>
          <ac:spMkLst>
            <pc:docMk/>
            <pc:sldMk cId="1850773355" sldId="336"/>
            <ac:spMk id="5" creationId="{C46AC6ED-2A18-C81A-595B-D24DC905960A}"/>
          </ac:spMkLst>
        </pc:spChg>
        <pc:spChg chg="mod">
          <ac:chgData name="Clément ZIANE" userId="aa8721fc-2935-48cf-9afe-91d2e8923272" providerId="ADAL" clId="{D7E50A8E-32E1-4F56-ABD6-3679AB1E199B}" dt="2024-11-07T08:46:58.541" v="427" actId="20577"/>
          <ac:spMkLst>
            <pc:docMk/>
            <pc:sldMk cId="1850773355" sldId="336"/>
            <ac:spMk id="7" creationId="{BB543984-69CE-5801-7085-D076087190D4}"/>
          </ac:spMkLst>
        </pc:spChg>
        <pc:picChg chg="del">
          <ac:chgData name="Clément ZIANE" userId="aa8721fc-2935-48cf-9afe-91d2e8923272" providerId="ADAL" clId="{D7E50A8E-32E1-4F56-ABD6-3679AB1E199B}" dt="2024-11-07T08:47:01.690" v="428" actId="478"/>
          <ac:picMkLst>
            <pc:docMk/>
            <pc:sldMk cId="1850773355" sldId="336"/>
            <ac:picMk id="6" creationId="{9047D0EC-AA60-3D04-FA38-8ACDD22107DC}"/>
          </ac:picMkLst>
        </pc:picChg>
        <pc:picChg chg="add mod">
          <ac:chgData name="Clément ZIANE" userId="aa8721fc-2935-48cf-9afe-91d2e8923272" providerId="ADAL" clId="{D7E50A8E-32E1-4F56-ABD6-3679AB1E199B}" dt="2024-11-07T08:47:10.158" v="432" actId="1076"/>
          <ac:picMkLst>
            <pc:docMk/>
            <pc:sldMk cId="1850773355" sldId="336"/>
            <ac:picMk id="8" creationId="{D305D3F6-78DA-98D0-2B10-D9B779149F3F}"/>
          </ac:picMkLst>
        </pc:picChg>
      </pc:sldChg>
      <pc:sldChg chg="delSp modSp add mod">
        <pc:chgData name="Clément ZIANE" userId="aa8721fc-2935-48cf-9afe-91d2e8923272" providerId="ADAL" clId="{D7E50A8E-32E1-4F56-ABD6-3679AB1E199B}" dt="2024-11-07T08:53:54.615" v="559" actId="20577"/>
        <pc:sldMkLst>
          <pc:docMk/>
          <pc:sldMk cId="3449858191" sldId="337"/>
        </pc:sldMkLst>
        <pc:spChg chg="mod">
          <ac:chgData name="Clément ZIANE" userId="aa8721fc-2935-48cf-9afe-91d2e8923272" providerId="ADAL" clId="{D7E50A8E-32E1-4F56-ABD6-3679AB1E199B}" dt="2024-11-07T08:47:21.686" v="434"/>
          <ac:spMkLst>
            <pc:docMk/>
            <pc:sldMk cId="3449858191" sldId="337"/>
            <ac:spMk id="4" creationId="{B202D4A3-F15E-6930-CF93-BDAD9A1C8E6B}"/>
          </ac:spMkLst>
        </pc:spChg>
        <pc:spChg chg="mod">
          <ac:chgData name="Clément ZIANE" userId="aa8721fc-2935-48cf-9afe-91d2e8923272" providerId="ADAL" clId="{D7E50A8E-32E1-4F56-ABD6-3679AB1E199B}" dt="2024-11-07T08:53:54.615" v="559" actId="20577"/>
          <ac:spMkLst>
            <pc:docMk/>
            <pc:sldMk cId="3449858191" sldId="337"/>
            <ac:spMk id="5" creationId="{207367D1-72F1-7946-EB4E-F691BCC622E5}"/>
          </ac:spMkLst>
        </pc:spChg>
        <pc:spChg chg="mod">
          <ac:chgData name="Clément ZIANE" userId="aa8721fc-2935-48cf-9afe-91d2e8923272" providerId="ADAL" clId="{D7E50A8E-32E1-4F56-ABD6-3679AB1E199B}" dt="2024-11-07T08:47:35.147" v="438" actId="12"/>
          <ac:spMkLst>
            <pc:docMk/>
            <pc:sldMk cId="3449858191" sldId="337"/>
            <ac:spMk id="7" creationId="{A14B8DB5-4A5C-60D3-421A-E4E3826BF06F}"/>
          </ac:spMkLst>
        </pc:spChg>
        <pc:picChg chg="del mod">
          <ac:chgData name="Clément ZIANE" userId="aa8721fc-2935-48cf-9afe-91d2e8923272" providerId="ADAL" clId="{D7E50A8E-32E1-4F56-ABD6-3679AB1E199B}" dt="2024-11-07T08:47:23.234" v="436" actId="478"/>
          <ac:picMkLst>
            <pc:docMk/>
            <pc:sldMk cId="3449858191" sldId="337"/>
            <ac:picMk id="8" creationId="{661ABA5A-5857-01DB-6E1E-258351A993F2}"/>
          </ac:picMkLst>
        </pc:picChg>
      </pc:sldChg>
      <pc:sldChg chg="addSp delSp modSp add mod ord">
        <pc:chgData name="Clément ZIANE" userId="aa8721fc-2935-48cf-9afe-91d2e8923272" providerId="ADAL" clId="{D7E50A8E-32E1-4F56-ABD6-3679AB1E199B}" dt="2024-11-07T08:53:59.975" v="561" actId="20577"/>
        <pc:sldMkLst>
          <pc:docMk/>
          <pc:sldMk cId="758136413" sldId="338"/>
        </pc:sldMkLst>
        <pc:spChg chg="mod">
          <ac:chgData name="Clément ZIANE" userId="aa8721fc-2935-48cf-9afe-91d2e8923272" providerId="ADAL" clId="{D7E50A8E-32E1-4F56-ABD6-3679AB1E199B}" dt="2024-11-07T08:47:51.844" v="440"/>
          <ac:spMkLst>
            <pc:docMk/>
            <pc:sldMk cId="758136413" sldId="338"/>
            <ac:spMk id="4" creationId="{A823FFB2-4EE0-C107-0A40-E391312170B5}"/>
          </ac:spMkLst>
        </pc:spChg>
        <pc:spChg chg="mod">
          <ac:chgData name="Clément ZIANE" userId="aa8721fc-2935-48cf-9afe-91d2e8923272" providerId="ADAL" clId="{D7E50A8E-32E1-4F56-ABD6-3679AB1E199B}" dt="2024-11-07T08:53:59.975" v="561" actId="20577"/>
          <ac:spMkLst>
            <pc:docMk/>
            <pc:sldMk cId="758136413" sldId="338"/>
            <ac:spMk id="5" creationId="{89590C13-8016-9671-3E52-5BEF52014559}"/>
          </ac:spMkLst>
        </pc:spChg>
        <pc:spChg chg="add mod">
          <ac:chgData name="Clément ZIANE" userId="aa8721fc-2935-48cf-9afe-91d2e8923272" providerId="ADAL" clId="{D7E50A8E-32E1-4F56-ABD6-3679AB1E199B}" dt="2024-11-07T08:48:58.032" v="455" actId="1076"/>
          <ac:spMkLst>
            <pc:docMk/>
            <pc:sldMk cId="758136413" sldId="338"/>
            <ac:spMk id="6" creationId="{26ED41EE-D5E0-9B56-D206-A8B8B0A1992A}"/>
          </ac:spMkLst>
        </pc:spChg>
        <pc:spChg chg="del">
          <ac:chgData name="Clément ZIANE" userId="aa8721fc-2935-48cf-9afe-91d2e8923272" providerId="ADAL" clId="{D7E50A8E-32E1-4F56-ABD6-3679AB1E199B}" dt="2024-11-07T08:48:02.039" v="441" actId="478"/>
          <ac:spMkLst>
            <pc:docMk/>
            <pc:sldMk cId="758136413" sldId="338"/>
            <ac:spMk id="7" creationId="{2CBF9818-0C4F-FD18-BE50-EDF9796A01A2}"/>
          </ac:spMkLst>
        </pc:spChg>
        <pc:spChg chg="add mod">
          <ac:chgData name="Clément ZIANE" userId="aa8721fc-2935-48cf-9afe-91d2e8923272" providerId="ADAL" clId="{D7E50A8E-32E1-4F56-ABD6-3679AB1E199B}" dt="2024-11-07T08:48:40.264" v="450" actId="14100"/>
          <ac:spMkLst>
            <pc:docMk/>
            <pc:sldMk cId="758136413" sldId="338"/>
            <ac:spMk id="8" creationId="{001D0462-1556-33D6-E9B9-3542565C7BBE}"/>
          </ac:spMkLst>
        </pc:spChg>
        <pc:spChg chg="add mod">
          <ac:chgData name="Clément ZIANE" userId="aa8721fc-2935-48cf-9afe-91d2e8923272" providerId="ADAL" clId="{D7E50A8E-32E1-4F56-ABD6-3679AB1E199B}" dt="2024-11-07T08:48:25.288" v="446" actId="14100"/>
          <ac:spMkLst>
            <pc:docMk/>
            <pc:sldMk cId="758136413" sldId="338"/>
            <ac:spMk id="9" creationId="{3CF9B8A5-7BCA-FFF3-8C9B-8D11024EC85A}"/>
          </ac:spMkLst>
        </pc:spChg>
        <pc:spChg chg="add mod">
          <ac:chgData name="Clément ZIANE" userId="aa8721fc-2935-48cf-9afe-91d2e8923272" providerId="ADAL" clId="{D7E50A8E-32E1-4F56-ABD6-3679AB1E199B}" dt="2024-11-07T08:49:12.684" v="458" actId="1076"/>
          <ac:spMkLst>
            <pc:docMk/>
            <pc:sldMk cId="758136413" sldId="338"/>
            <ac:spMk id="10" creationId="{9F8F2A9D-CC12-AD10-CDFB-612271D3A361}"/>
          </ac:spMkLst>
        </pc:spChg>
      </pc:sldChg>
      <pc:sldChg chg="delSp modSp add mod ord">
        <pc:chgData name="Clément ZIANE" userId="aa8721fc-2935-48cf-9afe-91d2e8923272" providerId="ADAL" clId="{D7E50A8E-32E1-4F56-ABD6-3679AB1E199B}" dt="2024-11-07T08:54:04.319" v="563" actId="20577"/>
        <pc:sldMkLst>
          <pc:docMk/>
          <pc:sldMk cId="184976650" sldId="339"/>
        </pc:sldMkLst>
        <pc:spChg chg="mod">
          <ac:chgData name="Clément ZIANE" userId="aa8721fc-2935-48cf-9afe-91d2e8923272" providerId="ADAL" clId="{D7E50A8E-32E1-4F56-ABD6-3679AB1E199B}" dt="2024-11-07T08:49:49.391" v="466"/>
          <ac:spMkLst>
            <pc:docMk/>
            <pc:sldMk cId="184976650" sldId="339"/>
            <ac:spMk id="4" creationId="{1C96B19E-ED5C-DA00-35A1-B8341AC5BA3C}"/>
          </ac:spMkLst>
        </pc:spChg>
        <pc:spChg chg="mod">
          <ac:chgData name="Clément ZIANE" userId="aa8721fc-2935-48cf-9afe-91d2e8923272" providerId="ADAL" clId="{D7E50A8E-32E1-4F56-ABD6-3679AB1E199B}" dt="2024-11-07T08:54:04.319" v="563" actId="20577"/>
          <ac:spMkLst>
            <pc:docMk/>
            <pc:sldMk cId="184976650" sldId="339"/>
            <ac:spMk id="5" creationId="{F181B3C8-ADDD-B21C-37B0-6FACFB3DFC55}"/>
          </ac:spMkLst>
        </pc:spChg>
        <pc:spChg chg="mod">
          <ac:chgData name="Clément ZIANE" userId="aa8721fc-2935-48cf-9afe-91d2e8923272" providerId="ADAL" clId="{D7E50A8E-32E1-4F56-ABD6-3679AB1E199B}" dt="2024-11-07T08:50:11.459" v="474" actId="255"/>
          <ac:spMkLst>
            <pc:docMk/>
            <pc:sldMk cId="184976650" sldId="339"/>
            <ac:spMk id="7" creationId="{DFE84B3E-C36D-F98F-D69E-DC004473A1B5}"/>
          </ac:spMkLst>
        </pc:spChg>
        <pc:picChg chg="del">
          <ac:chgData name="Clément ZIANE" userId="aa8721fc-2935-48cf-9afe-91d2e8923272" providerId="ADAL" clId="{D7E50A8E-32E1-4F56-ABD6-3679AB1E199B}" dt="2024-11-07T08:49:30.511" v="463" actId="478"/>
          <ac:picMkLst>
            <pc:docMk/>
            <pc:sldMk cId="184976650" sldId="339"/>
            <ac:picMk id="8" creationId="{DFA27717-D6BA-1FE6-36BE-10BAFFB04A36}"/>
          </ac:picMkLst>
        </pc:picChg>
      </pc:sldChg>
      <pc:sldChg chg="modSp add mod">
        <pc:chgData name="Clément ZIANE" userId="aa8721fc-2935-48cf-9afe-91d2e8923272" providerId="ADAL" clId="{D7E50A8E-32E1-4F56-ABD6-3679AB1E199B}" dt="2024-11-07T08:54:07.724" v="565" actId="20577"/>
        <pc:sldMkLst>
          <pc:docMk/>
          <pc:sldMk cId="2885660036" sldId="340"/>
        </pc:sldMkLst>
        <pc:spChg chg="mod">
          <ac:chgData name="Clément ZIANE" userId="aa8721fc-2935-48cf-9afe-91d2e8923272" providerId="ADAL" clId="{D7E50A8E-32E1-4F56-ABD6-3679AB1E199B}" dt="2024-11-07T08:50:24.415" v="476"/>
          <ac:spMkLst>
            <pc:docMk/>
            <pc:sldMk cId="2885660036" sldId="340"/>
            <ac:spMk id="4" creationId="{4F69E3E5-95E5-F6F9-44E4-3041623BF22F}"/>
          </ac:spMkLst>
        </pc:spChg>
        <pc:spChg chg="mod">
          <ac:chgData name="Clément ZIANE" userId="aa8721fc-2935-48cf-9afe-91d2e8923272" providerId="ADAL" clId="{D7E50A8E-32E1-4F56-ABD6-3679AB1E199B}" dt="2024-11-07T08:54:07.724" v="565" actId="20577"/>
          <ac:spMkLst>
            <pc:docMk/>
            <pc:sldMk cId="2885660036" sldId="340"/>
            <ac:spMk id="5" creationId="{CB45127D-B3EB-5F81-6DEE-B0F33F5CB4E6}"/>
          </ac:spMkLst>
        </pc:spChg>
        <pc:spChg chg="mod">
          <ac:chgData name="Clément ZIANE" userId="aa8721fc-2935-48cf-9afe-91d2e8923272" providerId="ADAL" clId="{D7E50A8E-32E1-4F56-ABD6-3679AB1E199B}" dt="2024-11-07T08:50:31.097" v="478" actId="2711"/>
          <ac:spMkLst>
            <pc:docMk/>
            <pc:sldMk cId="2885660036" sldId="340"/>
            <ac:spMk id="7" creationId="{0EC429C8-E893-5942-BCED-51F8C7E8B9EA}"/>
          </ac:spMkLst>
        </pc:spChg>
      </pc:sldChg>
      <pc:sldChg chg="addSp modSp add mod">
        <pc:chgData name="Clément ZIANE" userId="aa8721fc-2935-48cf-9afe-91d2e8923272" providerId="ADAL" clId="{D7E50A8E-32E1-4F56-ABD6-3679AB1E199B}" dt="2024-11-07T08:54:11.406" v="567" actId="20577"/>
        <pc:sldMkLst>
          <pc:docMk/>
          <pc:sldMk cId="2777553276" sldId="341"/>
        </pc:sldMkLst>
        <pc:spChg chg="mod">
          <ac:chgData name="Clément ZIANE" userId="aa8721fc-2935-48cf-9afe-91d2e8923272" providerId="ADAL" clId="{D7E50A8E-32E1-4F56-ABD6-3679AB1E199B}" dt="2024-11-07T08:51:07.599" v="501" actId="20577"/>
          <ac:spMkLst>
            <pc:docMk/>
            <pc:sldMk cId="2777553276" sldId="341"/>
            <ac:spMk id="4" creationId="{40DA9774-2C5C-D68E-93BB-B0345216E10E}"/>
          </ac:spMkLst>
        </pc:spChg>
        <pc:spChg chg="mod">
          <ac:chgData name="Clément ZIANE" userId="aa8721fc-2935-48cf-9afe-91d2e8923272" providerId="ADAL" clId="{D7E50A8E-32E1-4F56-ABD6-3679AB1E199B}" dt="2024-11-07T08:54:11.406" v="567" actId="20577"/>
          <ac:spMkLst>
            <pc:docMk/>
            <pc:sldMk cId="2777553276" sldId="341"/>
            <ac:spMk id="5" creationId="{510DA3AA-5627-58F2-F04F-CF69ED204B85}"/>
          </ac:spMkLst>
        </pc:spChg>
        <pc:spChg chg="mod">
          <ac:chgData name="Clément ZIANE" userId="aa8721fc-2935-48cf-9afe-91d2e8923272" providerId="ADAL" clId="{D7E50A8E-32E1-4F56-ABD6-3679AB1E199B}" dt="2024-11-07T08:51:16.281" v="502"/>
          <ac:spMkLst>
            <pc:docMk/>
            <pc:sldMk cId="2777553276" sldId="341"/>
            <ac:spMk id="7" creationId="{15BD840D-7A55-6C66-F53C-3392D4FA665F}"/>
          </ac:spMkLst>
        </pc:spChg>
        <pc:picChg chg="add mod">
          <ac:chgData name="Clément ZIANE" userId="aa8721fc-2935-48cf-9afe-91d2e8923272" providerId="ADAL" clId="{D7E50A8E-32E1-4F56-ABD6-3679AB1E199B}" dt="2024-11-07T08:51:28.274" v="505" actId="1076"/>
          <ac:picMkLst>
            <pc:docMk/>
            <pc:sldMk cId="2777553276" sldId="341"/>
            <ac:picMk id="6" creationId="{9E1E83E6-A0D3-E795-FC6C-360E7642E642}"/>
          </ac:picMkLst>
        </pc:picChg>
      </pc:sldChg>
      <pc:sldChg chg="modSp add del mod">
        <pc:chgData name="Clément ZIANE" userId="aa8721fc-2935-48cf-9afe-91d2e8923272" providerId="ADAL" clId="{D7E50A8E-32E1-4F56-ABD6-3679AB1E199B}" dt="2024-11-07T08:51:00.083" v="491" actId="47"/>
        <pc:sldMkLst>
          <pc:docMk/>
          <pc:sldMk cId="3756483993" sldId="341"/>
        </pc:sldMkLst>
        <pc:spChg chg="mod">
          <ac:chgData name="Clément ZIANE" userId="aa8721fc-2935-48cf-9afe-91d2e8923272" providerId="ADAL" clId="{D7E50A8E-32E1-4F56-ABD6-3679AB1E199B}" dt="2024-11-07T08:50:48.617" v="488" actId="20577"/>
          <ac:spMkLst>
            <pc:docMk/>
            <pc:sldMk cId="3756483993" sldId="341"/>
            <ac:spMk id="4" creationId="{A6A46F5D-5A1A-DBD1-2976-B41572613A0E}"/>
          </ac:spMkLst>
        </pc:spChg>
      </pc:sldChg>
    </pc:docChg>
  </pc:docChgLst>
  <pc:docChgLst>
    <pc:chgData name="Clément ZIANE" userId="aa8721fc-2935-48cf-9afe-91d2e8923272" providerId="ADAL" clId="{061AA22E-EB79-4FD4-B893-1B5FD2BD4E69}"/>
    <pc:docChg chg="undo redo custSel addSld delSld modSld">
      <pc:chgData name="Clément ZIANE" userId="aa8721fc-2935-48cf-9afe-91d2e8923272" providerId="ADAL" clId="{061AA22E-EB79-4FD4-B893-1B5FD2BD4E69}" dt="2024-11-06T08:20:26.383" v="291" actId="113"/>
      <pc:docMkLst>
        <pc:docMk/>
      </pc:docMkLst>
      <pc:sldChg chg="modSp mod">
        <pc:chgData name="Clément ZIANE" userId="aa8721fc-2935-48cf-9afe-91d2e8923272" providerId="ADAL" clId="{061AA22E-EB79-4FD4-B893-1B5FD2BD4E69}" dt="2024-11-06T07:53:32.321" v="9" actId="20577"/>
        <pc:sldMkLst>
          <pc:docMk/>
          <pc:sldMk cId="0" sldId="256"/>
        </pc:sldMkLst>
        <pc:spChg chg="mod">
          <ac:chgData name="Clément ZIANE" userId="aa8721fc-2935-48cf-9afe-91d2e8923272" providerId="ADAL" clId="{061AA22E-EB79-4FD4-B893-1B5FD2BD4E69}" dt="2024-11-06T07:53:32.321" v="9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Clément ZIANE" userId="aa8721fc-2935-48cf-9afe-91d2e8923272" providerId="ADAL" clId="{061AA22E-EB79-4FD4-B893-1B5FD2BD4E69}" dt="2024-11-06T08:19:42.276" v="279" actId="113"/>
        <pc:sldMkLst>
          <pc:docMk/>
          <pc:sldMk cId="0" sldId="257"/>
        </pc:sldMkLst>
        <pc:spChg chg="mod">
          <ac:chgData name="Clément ZIANE" userId="aa8721fc-2935-48cf-9afe-91d2e8923272" providerId="ADAL" clId="{061AA22E-EB79-4FD4-B893-1B5FD2BD4E69}" dt="2024-11-06T08:19:42.276" v="279" actId="113"/>
          <ac:spMkLst>
            <pc:docMk/>
            <pc:sldMk cId="0" sldId="257"/>
            <ac:spMk id="4" creationId="{00000000-0000-0000-0000-000000000000}"/>
          </ac:spMkLst>
        </pc:spChg>
        <pc:spChg chg="mod">
          <ac:chgData name="Clément ZIANE" userId="aa8721fc-2935-48cf-9afe-91d2e8923272" providerId="ADAL" clId="{061AA22E-EB79-4FD4-B893-1B5FD2BD4E69}" dt="2024-11-06T08:01:10.389" v="19" actId="12"/>
          <ac:spMkLst>
            <pc:docMk/>
            <pc:sldMk cId="0" sldId="257"/>
            <ac:spMk id="7" creationId="{5A21EAC8-27A8-CEEA-AE97-2D38313CD1E1}"/>
          </ac:spMkLst>
        </pc:spChg>
      </pc:sldChg>
      <pc:sldChg chg="delSp modSp del mod">
        <pc:chgData name="Clément ZIANE" userId="aa8721fc-2935-48cf-9afe-91d2e8923272" providerId="ADAL" clId="{061AA22E-EB79-4FD4-B893-1B5FD2BD4E69}" dt="2024-11-06T08:01:31.801" v="38" actId="47"/>
        <pc:sldMkLst>
          <pc:docMk/>
          <pc:sldMk cId="2830774497" sldId="259"/>
        </pc:sldMkLst>
        <pc:spChg chg="mod">
          <ac:chgData name="Clément ZIANE" userId="aa8721fc-2935-48cf-9afe-91d2e8923272" providerId="ADAL" clId="{061AA22E-EB79-4FD4-B893-1B5FD2BD4E69}" dt="2024-11-06T08:01:26.227" v="36" actId="20577"/>
          <ac:spMkLst>
            <pc:docMk/>
            <pc:sldMk cId="2830774497" sldId="259"/>
            <ac:spMk id="4" creationId="{00000000-0000-0000-0000-000000000000}"/>
          </ac:spMkLst>
        </pc:spChg>
        <pc:spChg chg="del">
          <ac:chgData name="Clément ZIANE" userId="aa8721fc-2935-48cf-9afe-91d2e8923272" providerId="ADAL" clId="{061AA22E-EB79-4FD4-B893-1B5FD2BD4E69}" dt="2024-11-06T08:01:30.286" v="37" actId="478"/>
          <ac:spMkLst>
            <pc:docMk/>
            <pc:sldMk cId="2830774497" sldId="259"/>
            <ac:spMk id="8" creationId="{BD6F2C6F-CF48-F571-F65A-961AE7477A6A}"/>
          </ac:spMkLst>
        </pc:spChg>
        <pc:spChg chg="del">
          <ac:chgData name="Clément ZIANE" userId="aa8721fc-2935-48cf-9afe-91d2e8923272" providerId="ADAL" clId="{061AA22E-EB79-4FD4-B893-1B5FD2BD4E69}" dt="2024-11-06T08:01:30.286" v="37" actId="478"/>
          <ac:spMkLst>
            <pc:docMk/>
            <pc:sldMk cId="2830774497" sldId="259"/>
            <ac:spMk id="9" creationId="{BF3F63F2-22AD-D2CD-331E-B4A14ED7ACD5}"/>
          </ac:spMkLst>
        </pc:spChg>
        <pc:spChg chg="del">
          <ac:chgData name="Clément ZIANE" userId="aa8721fc-2935-48cf-9afe-91d2e8923272" providerId="ADAL" clId="{061AA22E-EB79-4FD4-B893-1B5FD2BD4E69}" dt="2024-11-06T08:01:30.286" v="37" actId="478"/>
          <ac:spMkLst>
            <pc:docMk/>
            <pc:sldMk cId="2830774497" sldId="259"/>
            <ac:spMk id="10" creationId="{3C28B83E-F7B6-13F7-54FA-B1C194265029}"/>
          </ac:spMkLst>
        </pc:spChg>
        <pc:spChg chg="del">
          <ac:chgData name="Clément ZIANE" userId="aa8721fc-2935-48cf-9afe-91d2e8923272" providerId="ADAL" clId="{061AA22E-EB79-4FD4-B893-1B5FD2BD4E69}" dt="2024-11-06T08:01:30.286" v="37" actId="478"/>
          <ac:spMkLst>
            <pc:docMk/>
            <pc:sldMk cId="2830774497" sldId="259"/>
            <ac:spMk id="11" creationId="{411FB0AD-BD27-5112-9D27-A7F4FC241D66}"/>
          </ac:spMkLst>
        </pc:spChg>
        <pc:spChg chg="del">
          <ac:chgData name="Clément ZIANE" userId="aa8721fc-2935-48cf-9afe-91d2e8923272" providerId="ADAL" clId="{061AA22E-EB79-4FD4-B893-1B5FD2BD4E69}" dt="2024-11-06T08:01:30.286" v="37" actId="478"/>
          <ac:spMkLst>
            <pc:docMk/>
            <pc:sldMk cId="2830774497" sldId="259"/>
            <ac:spMk id="12" creationId="{4CDE4BAB-D7E5-8501-51CD-5FD4B6C46751}"/>
          </ac:spMkLst>
        </pc:spChg>
        <pc:cxnChg chg="del mod">
          <ac:chgData name="Clément ZIANE" userId="aa8721fc-2935-48cf-9afe-91d2e8923272" providerId="ADAL" clId="{061AA22E-EB79-4FD4-B893-1B5FD2BD4E69}" dt="2024-11-06T08:01:30.286" v="37" actId="478"/>
          <ac:cxnSpMkLst>
            <pc:docMk/>
            <pc:sldMk cId="2830774497" sldId="259"/>
            <ac:cxnSpMk id="13" creationId="{1B1DF077-7D93-C083-828C-694D28B82BC0}"/>
          </ac:cxnSpMkLst>
        </pc:cxnChg>
        <pc:cxnChg chg="del mod">
          <ac:chgData name="Clément ZIANE" userId="aa8721fc-2935-48cf-9afe-91d2e8923272" providerId="ADAL" clId="{061AA22E-EB79-4FD4-B893-1B5FD2BD4E69}" dt="2024-11-06T08:01:30.286" v="37" actId="478"/>
          <ac:cxnSpMkLst>
            <pc:docMk/>
            <pc:sldMk cId="2830774497" sldId="259"/>
            <ac:cxnSpMk id="14" creationId="{5D331E5C-E9FB-C57C-4370-3782702F7BAB}"/>
          </ac:cxnSpMkLst>
        </pc:cxnChg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2949653774" sldId="260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2648308968" sldId="262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559259942" sldId="263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1907760840" sldId="264"/>
        </pc:sldMkLst>
      </pc:sldChg>
      <pc:sldChg chg="del">
        <pc:chgData name="Clément ZIANE" userId="aa8721fc-2935-48cf-9afe-91d2e8923272" providerId="ADAL" clId="{061AA22E-EB79-4FD4-B893-1B5FD2BD4E69}" dt="2024-11-06T08:02:29.438" v="53" actId="47"/>
        <pc:sldMkLst>
          <pc:docMk/>
          <pc:sldMk cId="3466771111" sldId="280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4076398379" sldId="281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540219766" sldId="282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154723390" sldId="283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2566634661" sldId="284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2659161367" sldId="285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3324974014" sldId="289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917344183" sldId="294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1779450210" sldId="295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2880412552" sldId="296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1548561084" sldId="297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1234223979" sldId="298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3279885278" sldId="299"/>
        </pc:sldMkLst>
      </pc:sldChg>
      <pc:sldChg chg="del">
        <pc:chgData name="Clément ZIANE" userId="aa8721fc-2935-48cf-9afe-91d2e8923272" providerId="ADAL" clId="{061AA22E-EB79-4FD4-B893-1B5FD2BD4E69}" dt="2024-11-06T08:02:36.004" v="54" actId="47"/>
        <pc:sldMkLst>
          <pc:docMk/>
          <pc:sldMk cId="2277267597" sldId="300"/>
        </pc:sldMkLst>
      </pc:sldChg>
      <pc:sldChg chg="modSp add mod">
        <pc:chgData name="Clément ZIANE" userId="aa8721fc-2935-48cf-9afe-91d2e8923272" providerId="ADAL" clId="{061AA22E-EB79-4FD4-B893-1B5FD2BD4E69}" dt="2024-11-06T08:19:37.431" v="278" actId="113"/>
        <pc:sldMkLst>
          <pc:docMk/>
          <pc:sldMk cId="2012234439" sldId="301"/>
        </pc:sldMkLst>
        <pc:spChg chg="mod">
          <ac:chgData name="Clément ZIANE" userId="aa8721fc-2935-48cf-9afe-91d2e8923272" providerId="ADAL" clId="{061AA22E-EB79-4FD4-B893-1B5FD2BD4E69}" dt="2024-11-06T08:19:37.431" v="278" actId="113"/>
          <ac:spMkLst>
            <pc:docMk/>
            <pc:sldMk cId="2012234439" sldId="301"/>
            <ac:spMk id="4" creationId="{945CE734-68E8-0716-EC7F-60832D849D32}"/>
          </ac:spMkLst>
        </pc:spChg>
        <pc:spChg chg="mod">
          <ac:chgData name="Clément ZIANE" userId="aa8721fc-2935-48cf-9afe-91d2e8923272" providerId="ADAL" clId="{061AA22E-EB79-4FD4-B893-1B5FD2BD4E69}" dt="2024-11-06T08:15:22.365" v="247" actId="20577"/>
          <ac:spMkLst>
            <pc:docMk/>
            <pc:sldMk cId="2012234439" sldId="301"/>
            <ac:spMk id="5" creationId="{35BE057B-86A5-8917-5480-6A0BC3650095}"/>
          </ac:spMkLst>
        </pc:spChg>
        <pc:spChg chg="mod">
          <ac:chgData name="Clément ZIANE" userId="aa8721fc-2935-48cf-9afe-91d2e8923272" providerId="ADAL" clId="{061AA22E-EB79-4FD4-B893-1B5FD2BD4E69}" dt="2024-11-06T08:02:22.249" v="52" actId="20577"/>
          <ac:spMkLst>
            <pc:docMk/>
            <pc:sldMk cId="2012234439" sldId="301"/>
            <ac:spMk id="7" creationId="{B9B3F2E4-D5D0-BBA8-1278-6F72B32A993B}"/>
          </ac:spMkLst>
        </pc:spChg>
      </pc:sldChg>
      <pc:sldChg chg="modSp add mod">
        <pc:chgData name="Clément ZIANE" userId="aa8721fc-2935-48cf-9afe-91d2e8923272" providerId="ADAL" clId="{061AA22E-EB79-4FD4-B893-1B5FD2BD4E69}" dt="2024-11-06T08:19:46.282" v="280" actId="113"/>
        <pc:sldMkLst>
          <pc:docMk/>
          <pc:sldMk cId="3718138742" sldId="302"/>
        </pc:sldMkLst>
        <pc:spChg chg="mod">
          <ac:chgData name="Clément ZIANE" userId="aa8721fc-2935-48cf-9afe-91d2e8923272" providerId="ADAL" clId="{061AA22E-EB79-4FD4-B893-1B5FD2BD4E69}" dt="2024-11-06T08:19:46.282" v="280" actId="113"/>
          <ac:spMkLst>
            <pc:docMk/>
            <pc:sldMk cId="3718138742" sldId="302"/>
            <ac:spMk id="4" creationId="{26D2E0E8-3CBA-26C1-F61C-682B54349631}"/>
          </ac:spMkLst>
        </pc:spChg>
        <pc:spChg chg="mod">
          <ac:chgData name="Clément ZIANE" userId="aa8721fc-2935-48cf-9afe-91d2e8923272" providerId="ADAL" clId="{061AA22E-EB79-4FD4-B893-1B5FD2BD4E69}" dt="2024-11-06T08:15:28.261" v="248" actId="20577"/>
          <ac:spMkLst>
            <pc:docMk/>
            <pc:sldMk cId="3718138742" sldId="302"/>
            <ac:spMk id="5" creationId="{61B754CD-BEA2-B045-1261-18FFE08FC553}"/>
          </ac:spMkLst>
        </pc:spChg>
        <pc:spChg chg="mod">
          <ac:chgData name="Clément ZIANE" userId="aa8721fc-2935-48cf-9afe-91d2e8923272" providerId="ADAL" clId="{061AA22E-EB79-4FD4-B893-1B5FD2BD4E69}" dt="2024-11-06T08:03:22.024" v="71" actId="313"/>
          <ac:spMkLst>
            <pc:docMk/>
            <pc:sldMk cId="3718138742" sldId="302"/>
            <ac:spMk id="7" creationId="{D4CD50DB-9497-C81B-06DE-575C8BBF1CD2}"/>
          </ac:spMkLst>
        </pc:spChg>
      </pc:sldChg>
      <pc:sldChg chg="modSp add mod">
        <pc:chgData name="Clément ZIANE" userId="aa8721fc-2935-48cf-9afe-91d2e8923272" providerId="ADAL" clId="{061AA22E-EB79-4FD4-B893-1B5FD2BD4E69}" dt="2024-11-06T08:19:50.623" v="281" actId="113"/>
        <pc:sldMkLst>
          <pc:docMk/>
          <pc:sldMk cId="2655740726" sldId="303"/>
        </pc:sldMkLst>
        <pc:spChg chg="mod">
          <ac:chgData name="Clément ZIANE" userId="aa8721fc-2935-48cf-9afe-91d2e8923272" providerId="ADAL" clId="{061AA22E-EB79-4FD4-B893-1B5FD2BD4E69}" dt="2024-11-06T08:19:50.623" v="281" actId="113"/>
          <ac:spMkLst>
            <pc:docMk/>
            <pc:sldMk cId="2655740726" sldId="303"/>
            <ac:spMk id="4" creationId="{BFDE08D1-9B0B-5173-751F-B443FCFF0014}"/>
          </ac:spMkLst>
        </pc:spChg>
        <pc:spChg chg="mod">
          <ac:chgData name="Clément ZIANE" userId="aa8721fc-2935-48cf-9afe-91d2e8923272" providerId="ADAL" clId="{061AA22E-EB79-4FD4-B893-1B5FD2BD4E69}" dt="2024-11-06T08:15:34.527" v="249" actId="20577"/>
          <ac:spMkLst>
            <pc:docMk/>
            <pc:sldMk cId="2655740726" sldId="303"/>
            <ac:spMk id="5" creationId="{8B9972EE-3BA1-6E06-0626-E3B55A4E2FC2}"/>
          </ac:spMkLst>
        </pc:spChg>
        <pc:spChg chg="mod">
          <ac:chgData name="Clément ZIANE" userId="aa8721fc-2935-48cf-9afe-91d2e8923272" providerId="ADAL" clId="{061AA22E-EB79-4FD4-B893-1B5FD2BD4E69}" dt="2024-11-06T08:04:32.127" v="82" actId="20577"/>
          <ac:spMkLst>
            <pc:docMk/>
            <pc:sldMk cId="2655740726" sldId="303"/>
            <ac:spMk id="7" creationId="{195906B6-FEF8-59B2-1EC8-BFFBE53E4706}"/>
          </ac:spMkLst>
        </pc:spChg>
      </pc:sldChg>
      <pc:sldChg chg="modSp add mod">
        <pc:chgData name="Clément ZIANE" userId="aa8721fc-2935-48cf-9afe-91d2e8923272" providerId="ADAL" clId="{061AA22E-EB79-4FD4-B893-1B5FD2BD4E69}" dt="2024-11-06T08:19:54.457" v="282" actId="113"/>
        <pc:sldMkLst>
          <pc:docMk/>
          <pc:sldMk cId="966582067" sldId="304"/>
        </pc:sldMkLst>
        <pc:spChg chg="mod">
          <ac:chgData name="Clément ZIANE" userId="aa8721fc-2935-48cf-9afe-91d2e8923272" providerId="ADAL" clId="{061AA22E-EB79-4FD4-B893-1B5FD2BD4E69}" dt="2024-11-06T08:19:54.457" v="282" actId="113"/>
          <ac:spMkLst>
            <pc:docMk/>
            <pc:sldMk cId="966582067" sldId="304"/>
            <ac:spMk id="4" creationId="{068E52F0-6651-E996-4329-0E06796B7E74}"/>
          </ac:spMkLst>
        </pc:spChg>
        <pc:spChg chg="mod">
          <ac:chgData name="Clément ZIANE" userId="aa8721fc-2935-48cf-9afe-91d2e8923272" providerId="ADAL" clId="{061AA22E-EB79-4FD4-B893-1B5FD2BD4E69}" dt="2024-11-06T08:15:40.284" v="250" actId="20577"/>
          <ac:spMkLst>
            <pc:docMk/>
            <pc:sldMk cId="966582067" sldId="304"/>
            <ac:spMk id="5" creationId="{A6183D38-7342-B671-726B-33CB50551468}"/>
          </ac:spMkLst>
        </pc:spChg>
        <pc:spChg chg="mod">
          <ac:chgData name="Clément ZIANE" userId="aa8721fc-2935-48cf-9afe-91d2e8923272" providerId="ADAL" clId="{061AA22E-EB79-4FD4-B893-1B5FD2BD4E69}" dt="2024-11-06T08:06:17.397" v="116" actId="20577"/>
          <ac:spMkLst>
            <pc:docMk/>
            <pc:sldMk cId="966582067" sldId="304"/>
            <ac:spMk id="7" creationId="{EC85BEBB-C3A9-16B2-E2A4-DBEF25821052}"/>
          </ac:spMkLst>
        </pc:spChg>
      </pc:sldChg>
      <pc:sldChg chg="modSp add mod">
        <pc:chgData name="Clément ZIANE" userId="aa8721fc-2935-48cf-9afe-91d2e8923272" providerId="ADAL" clId="{061AA22E-EB79-4FD4-B893-1B5FD2BD4E69}" dt="2024-11-06T08:19:57.957" v="283" actId="113"/>
        <pc:sldMkLst>
          <pc:docMk/>
          <pc:sldMk cId="2495186718" sldId="305"/>
        </pc:sldMkLst>
        <pc:spChg chg="mod">
          <ac:chgData name="Clément ZIANE" userId="aa8721fc-2935-48cf-9afe-91d2e8923272" providerId="ADAL" clId="{061AA22E-EB79-4FD4-B893-1B5FD2BD4E69}" dt="2024-11-06T08:19:57.957" v="283" actId="113"/>
          <ac:spMkLst>
            <pc:docMk/>
            <pc:sldMk cId="2495186718" sldId="305"/>
            <ac:spMk id="4" creationId="{275017D2-4CE4-728D-02CE-0D80A47EF32B}"/>
          </ac:spMkLst>
        </pc:spChg>
        <pc:spChg chg="mod">
          <ac:chgData name="Clément ZIANE" userId="aa8721fc-2935-48cf-9afe-91d2e8923272" providerId="ADAL" clId="{061AA22E-EB79-4FD4-B893-1B5FD2BD4E69}" dt="2024-11-06T08:15:46.780" v="251" actId="20577"/>
          <ac:spMkLst>
            <pc:docMk/>
            <pc:sldMk cId="2495186718" sldId="305"/>
            <ac:spMk id="5" creationId="{0192DFA6-9898-BFB2-F8BE-969FA0765D96}"/>
          </ac:spMkLst>
        </pc:spChg>
        <pc:spChg chg="mod">
          <ac:chgData name="Clément ZIANE" userId="aa8721fc-2935-48cf-9afe-91d2e8923272" providerId="ADAL" clId="{061AA22E-EB79-4FD4-B893-1B5FD2BD4E69}" dt="2024-11-06T08:07:17.797" v="135" actId="20577"/>
          <ac:spMkLst>
            <pc:docMk/>
            <pc:sldMk cId="2495186718" sldId="305"/>
            <ac:spMk id="7" creationId="{77694DD2-CD4F-9D5E-C396-BEF52DEE213B}"/>
          </ac:spMkLst>
        </pc:spChg>
      </pc:sldChg>
      <pc:sldChg chg="modSp add mod">
        <pc:chgData name="Clément ZIANE" userId="aa8721fc-2935-48cf-9afe-91d2e8923272" providerId="ADAL" clId="{061AA22E-EB79-4FD4-B893-1B5FD2BD4E69}" dt="2024-11-06T08:20:01.558" v="284" actId="113"/>
        <pc:sldMkLst>
          <pc:docMk/>
          <pc:sldMk cId="1811722305" sldId="306"/>
        </pc:sldMkLst>
        <pc:spChg chg="mod">
          <ac:chgData name="Clément ZIANE" userId="aa8721fc-2935-48cf-9afe-91d2e8923272" providerId="ADAL" clId="{061AA22E-EB79-4FD4-B893-1B5FD2BD4E69}" dt="2024-11-06T08:20:01.558" v="284" actId="113"/>
          <ac:spMkLst>
            <pc:docMk/>
            <pc:sldMk cId="1811722305" sldId="306"/>
            <ac:spMk id="4" creationId="{08C7798C-F35D-54E0-A399-6F5A4C0DAFA4}"/>
          </ac:spMkLst>
        </pc:spChg>
        <pc:spChg chg="mod">
          <ac:chgData name="Clément ZIANE" userId="aa8721fc-2935-48cf-9afe-91d2e8923272" providerId="ADAL" clId="{061AA22E-EB79-4FD4-B893-1B5FD2BD4E69}" dt="2024-11-06T08:15:53.562" v="252" actId="20577"/>
          <ac:spMkLst>
            <pc:docMk/>
            <pc:sldMk cId="1811722305" sldId="306"/>
            <ac:spMk id="5" creationId="{43A82D59-5ADC-5BB9-3D36-F20BEA7E54A3}"/>
          </ac:spMkLst>
        </pc:spChg>
        <pc:spChg chg="mod">
          <ac:chgData name="Clément ZIANE" userId="aa8721fc-2935-48cf-9afe-91d2e8923272" providerId="ADAL" clId="{061AA22E-EB79-4FD4-B893-1B5FD2BD4E69}" dt="2024-11-06T08:07:53.175" v="144" actId="20577"/>
          <ac:spMkLst>
            <pc:docMk/>
            <pc:sldMk cId="1811722305" sldId="306"/>
            <ac:spMk id="7" creationId="{CB31FE5C-CF5E-E5D1-FBA3-80BF39B2AAA4}"/>
          </ac:spMkLst>
        </pc:spChg>
      </pc:sldChg>
      <pc:sldChg chg="modSp add mod">
        <pc:chgData name="Clément ZIANE" userId="aa8721fc-2935-48cf-9afe-91d2e8923272" providerId="ADAL" clId="{061AA22E-EB79-4FD4-B893-1B5FD2BD4E69}" dt="2024-11-06T08:20:06.025" v="285" actId="113"/>
        <pc:sldMkLst>
          <pc:docMk/>
          <pc:sldMk cId="295447050" sldId="307"/>
        </pc:sldMkLst>
        <pc:spChg chg="mod">
          <ac:chgData name="Clément ZIANE" userId="aa8721fc-2935-48cf-9afe-91d2e8923272" providerId="ADAL" clId="{061AA22E-EB79-4FD4-B893-1B5FD2BD4E69}" dt="2024-11-06T08:20:06.025" v="285" actId="113"/>
          <ac:spMkLst>
            <pc:docMk/>
            <pc:sldMk cId="295447050" sldId="307"/>
            <ac:spMk id="4" creationId="{7A0A296C-809D-16E0-676A-3456279E1C0A}"/>
          </ac:spMkLst>
        </pc:spChg>
        <pc:spChg chg="mod">
          <ac:chgData name="Clément ZIANE" userId="aa8721fc-2935-48cf-9afe-91d2e8923272" providerId="ADAL" clId="{061AA22E-EB79-4FD4-B893-1B5FD2BD4E69}" dt="2024-11-06T08:16:01.095" v="255" actId="14100"/>
          <ac:spMkLst>
            <pc:docMk/>
            <pc:sldMk cId="295447050" sldId="307"/>
            <ac:spMk id="5" creationId="{C559BD3B-DA70-D579-E5B0-3AF1ED8505E5}"/>
          </ac:spMkLst>
        </pc:spChg>
        <pc:spChg chg="mod">
          <ac:chgData name="Clément ZIANE" userId="aa8721fc-2935-48cf-9afe-91d2e8923272" providerId="ADAL" clId="{061AA22E-EB79-4FD4-B893-1B5FD2BD4E69}" dt="2024-11-06T08:09:52.164" v="150" actId="20577"/>
          <ac:spMkLst>
            <pc:docMk/>
            <pc:sldMk cId="295447050" sldId="307"/>
            <ac:spMk id="7" creationId="{51821323-1058-6960-4ED8-AA5F087C1CA3}"/>
          </ac:spMkLst>
        </pc:spChg>
      </pc:sldChg>
      <pc:sldChg chg="modSp add mod">
        <pc:chgData name="Clément ZIANE" userId="aa8721fc-2935-48cf-9afe-91d2e8923272" providerId="ADAL" clId="{061AA22E-EB79-4FD4-B893-1B5FD2BD4E69}" dt="2024-11-06T08:20:12.952" v="287" actId="113"/>
        <pc:sldMkLst>
          <pc:docMk/>
          <pc:sldMk cId="261485361" sldId="308"/>
        </pc:sldMkLst>
        <pc:spChg chg="mod">
          <ac:chgData name="Clément ZIANE" userId="aa8721fc-2935-48cf-9afe-91d2e8923272" providerId="ADAL" clId="{061AA22E-EB79-4FD4-B893-1B5FD2BD4E69}" dt="2024-11-06T08:20:12.952" v="287" actId="113"/>
          <ac:spMkLst>
            <pc:docMk/>
            <pc:sldMk cId="261485361" sldId="308"/>
            <ac:spMk id="4" creationId="{7D0D8DDC-2BA1-2EF9-E765-AF3F9A909DDB}"/>
          </ac:spMkLst>
        </pc:spChg>
        <pc:spChg chg="mod">
          <ac:chgData name="Clément ZIANE" userId="aa8721fc-2935-48cf-9afe-91d2e8923272" providerId="ADAL" clId="{061AA22E-EB79-4FD4-B893-1B5FD2BD4E69}" dt="2024-11-06T08:16:24.188" v="263" actId="20577"/>
          <ac:spMkLst>
            <pc:docMk/>
            <pc:sldMk cId="261485361" sldId="308"/>
            <ac:spMk id="5" creationId="{E561F19D-5667-D61D-A1A5-FA92F97497F3}"/>
          </ac:spMkLst>
        </pc:spChg>
        <pc:spChg chg="mod">
          <ac:chgData name="Clément ZIANE" userId="aa8721fc-2935-48cf-9afe-91d2e8923272" providerId="ADAL" clId="{061AA22E-EB79-4FD4-B893-1B5FD2BD4E69}" dt="2024-11-06T08:10:22.158" v="156" actId="2711"/>
          <ac:spMkLst>
            <pc:docMk/>
            <pc:sldMk cId="261485361" sldId="308"/>
            <ac:spMk id="7" creationId="{4FA42EE2-0B04-AC8C-FD43-CBF692371926}"/>
          </ac:spMkLst>
        </pc:spChg>
      </pc:sldChg>
      <pc:sldChg chg="modSp add mod">
        <pc:chgData name="Clément ZIANE" userId="aa8721fc-2935-48cf-9afe-91d2e8923272" providerId="ADAL" clId="{061AA22E-EB79-4FD4-B893-1B5FD2BD4E69}" dt="2024-11-06T08:20:15.787" v="288" actId="113"/>
        <pc:sldMkLst>
          <pc:docMk/>
          <pc:sldMk cId="1071053394" sldId="309"/>
        </pc:sldMkLst>
        <pc:spChg chg="mod">
          <ac:chgData name="Clément ZIANE" userId="aa8721fc-2935-48cf-9afe-91d2e8923272" providerId="ADAL" clId="{061AA22E-EB79-4FD4-B893-1B5FD2BD4E69}" dt="2024-11-06T08:20:15.787" v="288" actId="113"/>
          <ac:spMkLst>
            <pc:docMk/>
            <pc:sldMk cId="1071053394" sldId="309"/>
            <ac:spMk id="4" creationId="{844114CF-B0FA-D8AF-7166-34A9B2A20C63}"/>
          </ac:spMkLst>
        </pc:spChg>
        <pc:spChg chg="mod">
          <ac:chgData name="Clément ZIANE" userId="aa8721fc-2935-48cf-9afe-91d2e8923272" providerId="ADAL" clId="{061AA22E-EB79-4FD4-B893-1B5FD2BD4E69}" dt="2024-11-06T08:16:30.947" v="266" actId="20577"/>
          <ac:spMkLst>
            <pc:docMk/>
            <pc:sldMk cId="1071053394" sldId="309"/>
            <ac:spMk id="5" creationId="{37A7282A-E316-966A-A456-B63D49DF3E0C}"/>
          </ac:spMkLst>
        </pc:spChg>
        <pc:spChg chg="mod">
          <ac:chgData name="Clément ZIANE" userId="aa8721fc-2935-48cf-9afe-91d2e8923272" providerId="ADAL" clId="{061AA22E-EB79-4FD4-B893-1B5FD2BD4E69}" dt="2024-11-06T08:11:52.681" v="170" actId="207"/>
          <ac:spMkLst>
            <pc:docMk/>
            <pc:sldMk cId="1071053394" sldId="309"/>
            <ac:spMk id="7" creationId="{1E86FCDC-760C-C1E6-609A-D166DF4A84F2}"/>
          </ac:spMkLst>
        </pc:spChg>
      </pc:sldChg>
      <pc:sldChg chg="modSp add mod">
        <pc:chgData name="Clément ZIANE" userId="aa8721fc-2935-48cf-9afe-91d2e8923272" providerId="ADAL" clId="{061AA22E-EB79-4FD4-B893-1B5FD2BD4E69}" dt="2024-11-06T08:20:19.827" v="289" actId="113"/>
        <pc:sldMkLst>
          <pc:docMk/>
          <pc:sldMk cId="734364445" sldId="310"/>
        </pc:sldMkLst>
        <pc:spChg chg="mod">
          <ac:chgData name="Clément ZIANE" userId="aa8721fc-2935-48cf-9afe-91d2e8923272" providerId="ADAL" clId="{061AA22E-EB79-4FD4-B893-1B5FD2BD4E69}" dt="2024-11-06T08:20:19.827" v="289" actId="113"/>
          <ac:spMkLst>
            <pc:docMk/>
            <pc:sldMk cId="734364445" sldId="310"/>
            <ac:spMk id="4" creationId="{D61BAC01-3298-3A39-844B-208AF70CAB76}"/>
          </ac:spMkLst>
        </pc:spChg>
        <pc:spChg chg="mod">
          <ac:chgData name="Clément ZIANE" userId="aa8721fc-2935-48cf-9afe-91d2e8923272" providerId="ADAL" clId="{061AA22E-EB79-4FD4-B893-1B5FD2BD4E69}" dt="2024-11-06T08:16:37.717" v="269" actId="20577"/>
          <ac:spMkLst>
            <pc:docMk/>
            <pc:sldMk cId="734364445" sldId="310"/>
            <ac:spMk id="5" creationId="{F812838A-3014-CBB6-30C5-DA6F3A9F3242}"/>
          </ac:spMkLst>
        </pc:spChg>
        <pc:spChg chg="mod">
          <ac:chgData name="Clément ZIANE" userId="aa8721fc-2935-48cf-9afe-91d2e8923272" providerId="ADAL" clId="{061AA22E-EB79-4FD4-B893-1B5FD2BD4E69}" dt="2024-11-06T08:12:46.288" v="187" actId="20577"/>
          <ac:spMkLst>
            <pc:docMk/>
            <pc:sldMk cId="734364445" sldId="310"/>
            <ac:spMk id="7" creationId="{2D684EAA-DD4C-3143-46C4-0D2E9F89F84C}"/>
          </ac:spMkLst>
        </pc:spChg>
      </pc:sldChg>
      <pc:sldChg chg="modSp add mod">
        <pc:chgData name="Clément ZIANE" userId="aa8721fc-2935-48cf-9afe-91d2e8923272" providerId="ADAL" clId="{061AA22E-EB79-4FD4-B893-1B5FD2BD4E69}" dt="2024-11-06T08:20:23.081" v="290" actId="113"/>
        <pc:sldMkLst>
          <pc:docMk/>
          <pc:sldMk cId="377904316" sldId="311"/>
        </pc:sldMkLst>
        <pc:spChg chg="mod">
          <ac:chgData name="Clément ZIANE" userId="aa8721fc-2935-48cf-9afe-91d2e8923272" providerId="ADAL" clId="{061AA22E-EB79-4FD4-B893-1B5FD2BD4E69}" dt="2024-11-06T08:20:23.081" v="290" actId="113"/>
          <ac:spMkLst>
            <pc:docMk/>
            <pc:sldMk cId="377904316" sldId="311"/>
            <ac:spMk id="4" creationId="{FA99AB86-0FC0-B73C-855C-62B9990B7918}"/>
          </ac:spMkLst>
        </pc:spChg>
        <pc:spChg chg="mod">
          <ac:chgData name="Clément ZIANE" userId="aa8721fc-2935-48cf-9afe-91d2e8923272" providerId="ADAL" clId="{061AA22E-EB79-4FD4-B893-1B5FD2BD4E69}" dt="2024-11-06T08:17:10.798" v="272" actId="20577"/>
          <ac:spMkLst>
            <pc:docMk/>
            <pc:sldMk cId="377904316" sldId="311"/>
            <ac:spMk id="5" creationId="{34AD904B-B53E-B7C2-368C-8486D1988BC1}"/>
          </ac:spMkLst>
        </pc:spChg>
        <pc:spChg chg="mod">
          <ac:chgData name="Clément ZIANE" userId="aa8721fc-2935-48cf-9afe-91d2e8923272" providerId="ADAL" clId="{061AA22E-EB79-4FD4-B893-1B5FD2BD4E69}" dt="2024-11-06T08:13:31.459" v="217" actId="207"/>
          <ac:spMkLst>
            <pc:docMk/>
            <pc:sldMk cId="377904316" sldId="311"/>
            <ac:spMk id="7" creationId="{07984EBE-FE20-361C-B2E8-3356D837D219}"/>
          </ac:spMkLst>
        </pc:spChg>
      </pc:sldChg>
      <pc:sldChg chg="modSp add mod">
        <pc:chgData name="Clément ZIANE" userId="aa8721fc-2935-48cf-9afe-91d2e8923272" providerId="ADAL" clId="{061AA22E-EB79-4FD4-B893-1B5FD2BD4E69}" dt="2024-11-06T08:20:26.383" v="291" actId="113"/>
        <pc:sldMkLst>
          <pc:docMk/>
          <pc:sldMk cId="3032477943" sldId="312"/>
        </pc:sldMkLst>
        <pc:spChg chg="mod">
          <ac:chgData name="Clément ZIANE" userId="aa8721fc-2935-48cf-9afe-91d2e8923272" providerId="ADAL" clId="{061AA22E-EB79-4FD4-B893-1B5FD2BD4E69}" dt="2024-11-06T08:20:26.383" v="291" actId="113"/>
          <ac:spMkLst>
            <pc:docMk/>
            <pc:sldMk cId="3032477943" sldId="312"/>
            <ac:spMk id="4" creationId="{283E83A0-F841-BC82-6F31-9073B9048EF9}"/>
          </ac:spMkLst>
        </pc:spChg>
        <pc:spChg chg="mod">
          <ac:chgData name="Clément ZIANE" userId="aa8721fc-2935-48cf-9afe-91d2e8923272" providerId="ADAL" clId="{061AA22E-EB79-4FD4-B893-1B5FD2BD4E69}" dt="2024-11-06T08:17:19.278" v="275" actId="14100"/>
          <ac:spMkLst>
            <pc:docMk/>
            <pc:sldMk cId="3032477943" sldId="312"/>
            <ac:spMk id="5" creationId="{53FC9787-4055-3FF7-11C6-99891FD8CDF0}"/>
          </ac:spMkLst>
        </pc:spChg>
        <pc:spChg chg="mod">
          <ac:chgData name="Clément ZIANE" userId="aa8721fc-2935-48cf-9afe-91d2e8923272" providerId="ADAL" clId="{061AA22E-EB79-4FD4-B893-1B5FD2BD4E69}" dt="2024-11-06T08:14:16.012" v="231" actId="207"/>
          <ac:spMkLst>
            <pc:docMk/>
            <pc:sldMk cId="3032477943" sldId="312"/>
            <ac:spMk id="7" creationId="{9642CBEB-3C94-4233-C533-5A659DFB7E62}"/>
          </ac:spMkLst>
        </pc:spChg>
      </pc:sldChg>
      <pc:sldChg chg="modSp add mod">
        <pc:chgData name="Clément ZIANE" userId="aa8721fc-2935-48cf-9afe-91d2e8923272" providerId="ADAL" clId="{061AA22E-EB79-4FD4-B893-1B5FD2BD4E69}" dt="2024-11-06T08:20:09.147" v="286" actId="113"/>
        <pc:sldMkLst>
          <pc:docMk/>
          <pc:sldMk cId="3320196863" sldId="313"/>
        </pc:sldMkLst>
        <pc:spChg chg="mod">
          <ac:chgData name="Clément ZIANE" userId="aa8721fc-2935-48cf-9afe-91d2e8923272" providerId="ADAL" clId="{061AA22E-EB79-4FD4-B893-1B5FD2BD4E69}" dt="2024-11-06T08:20:09.147" v="286" actId="113"/>
          <ac:spMkLst>
            <pc:docMk/>
            <pc:sldMk cId="3320196863" sldId="313"/>
            <ac:spMk id="4" creationId="{656574FC-7FDC-17EB-5E6C-C500FE71566C}"/>
          </ac:spMkLst>
        </pc:spChg>
        <pc:spChg chg="mod">
          <ac:chgData name="Clément ZIANE" userId="aa8721fc-2935-48cf-9afe-91d2e8923272" providerId="ADAL" clId="{061AA22E-EB79-4FD4-B893-1B5FD2BD4E69}" dt="2024-11-06T08:16:16.329" v="259" actId="14100"/>
          <ac:spMkLst>
            <pc:docMk/>
            <pc:sldMk cId="3320196863" sldId="313"/>
            <ac:spMk id="5" creationId="{48BC9A9E-E928-F986-5F6E-2421D0D02459}"/>
          </ac:spMkLst>
        </pc:spChg>
        <pc:spChg chg="mod">
          <ac:chgData name="Clément ZIANE" userId="aa8721fc-2935-48cf-9afe-91d2e8923272" providerId="ADAL" clId="{061AA22E-EB79-4FD4-B893-1B5FD2BD4E69}" dt="2024-11-06T08:15:02.517" v="245" actId="2711"/>
          <ac:spMkLst>
            <pc:docMk/>
            <pc:sldMk cId="3320196863" sldId="313"/>
            <ac:spMk id="7" creationId="{94781ED3-DC14-2B4E-6F0C-162E79D531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684213"/>
            <a:ext cx="16230600" cy="159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Cohort: S24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Course name: Web Engineering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Professor: Clément ZIANE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79" y="8496300"/>
            <a:ext cx="6492240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8795977"/>
            <a:ext cx="1623060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910048"/>
                </a:solidFill>
                <a:latin typeface="League Spartan"/>
              </a:rPr>
              <a:t>https://www.datasciencetech.institute</a:t>
            </a:r>
          </a:p>
        </p:txBody>
      </p:sp>
      <p:sp>
        <p:nvSpPr>
          <p:cNvPr id="5" name="Freeform 5"/>
          <p:cNvSpPr/>
          <p:nvPr/>
        </p:nvSpPr>
        <p:spPr>
          <a:xfrm>
            <a:off x="5318165" y="1329062"/>
            <a:ext cx="7651669" cy="4941703"/>
          </a:xfrm>
          <a:custGeom>
            <a:avLst/>
            <a:gdLst/>
            <a:ahLst/>
            <a:cxnLst/>
            <a:rect l="l" t="t" r="r" b="b"/>
            <a:pathLst>
              <a:path w="7651669" h="4941703">
                <a:moveTo>
                  <a:pt x="0" y="0"/>
                </a:moveTo>
                <a:lnTo>
                  <a:pt x="7651670" y="0"/>
                </a:lnTo>
                <a:lnTo>
                  <a:pt x="7651670" y="4941704"/>
                </a:lnTo>
                <a:lnTo>
                  <a:pt x="0" y="494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Web Engineering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Introduction to Back-End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962D1B6-09A0-DE80-8A5A-13AA6C3C393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Which Tools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1EAC8-27A8-CEEA-AE97-2D38313CD1E1}"/>
              </a:ext>
            </a:extLst>
          </p:cNvPr>
          <p:cNvSpPr txBox="1"/>
          <p:nvPr/>
        </p:nvSpPr>
        <p:spPr>
          <a:xfrm>
            <a:off x="685800" y="2699875"/>
            <a:ext cx="17401893" cy="340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In this class we use ASP.NET</a:t>
            </a:r>
          </a:p>
          <a:p>
            <a:pPr>
              <a:lnSpc>
                <a:spcPts val="4409"/>
              </a:lnSpc>
            </a:pPr>
            <a:endParaRPr lang="en-GB" dirty="0">
              <a:solidFill>
                <a:srgbClr val="000000"/>
              </a:solidFill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Framework .NET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Razor Markup Language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Entity Framework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SQL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350A8-A30F-2A85-5B4F-0FE1B9145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9A1343-A007-A419-32D4-4302470E7E3D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5086619-8857-C4B4-B8A0-DF4A93481B2D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45CE734-68E8-0716-EC7F-60832D849D32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Web Communication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5BE057B-86A5-8917-5480-6A0BC3650095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BCA73A-BEE1-F029-1D66-A689594C8E7B}"/>
              </a:ext>
            </a:extLst>
          </p:cNvPr>
          <p:cNvSpPr/>
          <p:nvPr/>
        </p:nvSpPr>
        <p:spPr>
          <a:xfrm>
            <a:off x="5860474" y="4838700"/>
            <a:ext cx="1693276" cy="10477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Browser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D79E641-941A-1D53-1D53-4B66B738DFD7}"/>
              </a:ext>
            </a:extLst>
          </p:cNvPr>
          <p:cNvSpPr/>
          <p:nvPr/>
        </p:nvSpPr>
        <p:spPr>
          <a:xfrm>
            <a:off x="9753600" y="4838700"/>
            <a:ext cx="2295329" cy="10477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Application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AEF1C1-5E8B-E3F8-67F3-DD40974B8BF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7553750" y="5362575"/>
            <a:ext cx="2199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FD2098-23A9-43E4-CAD9-DD764B2BFCA6}"/>
              </a:ext>
            </a:extLst>
          </p:cNvPr>
          <p:cNvSpPr txBox="1"/>
          <p:nvPr/>
        </p:nvSpPr>
        <p:spPr>
          <a:xfrm>
            <a:off x="7872848" y="4851724"/>
            <a:ext cx="143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Request</a:t>
            </a:r>
            <a:endParaRPr lang="fr-FR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99E786-5755-48C1-E724-884E91197C2E}"/>
              </a:ext>
            </a:extLst>
          </p:cNvPr>
          <p:cNvCxnSpPr>
            <a:stCxn id="8" idx="3"/>
            <a:endCxn id="6" idx="5"/>
          </p:cNvCxnSpPr>
          <p:nvPr/>
        </p:nvCxnSpPr>
        <p:spPr>
          <a:xfrm flipH="1">
            <a:off x="7305775" y="5733011"/>
            <a:ext cx="2783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B678D6-555E-AEB3-459B-0BDD337F6C0C}"/>
              </a:ext>
            </a:extLst>
          </p:cNvPr>
          <p:cNvSpPr txBox="1"/>
          <p:nvPr/>
        </p:nvSpPr>
        <p:spPr>
          <a:xfrm>
            <a:off x="8049492" y="5610251"/>
            <a:ext cx="14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Response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223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FF0E8-8FA0-8D32-EE34-64AB9900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064BCB-2EE3-2D9D-47F7-9F2444675E9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416094C-F855-EA09-1214-AB181B2A1ED3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6D2E0E8-3CBA-26C1-F61C-682B54349631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Request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1B754CD-BEA2-B045-1261-18FFE08FC553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D50DB-9497-C81B-06DE-575C8BBF1CD2}"/>
              </a:ext>
            </a:extLst>
          </p:cNvPr>
          <p:cNvSpPr txBox="1"/>
          <p:nvPr/>
        </p:nvSpPr>
        <p:spPr>
          <a:xfrm>
            <a:off x="685800" y="2699875"/>
            <a:ext cx="17401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eague Spartan" pitchFamily="2" charset="0"/>
              </a:rPr>
              <a:t>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eague Spartan" pitchFamily="2" charset="0"/>
              </a:rPr>
              <a:t>Destination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eague Spartan" pitchFamily="2" charset="0"/>
              </a:rPr>
              <a:t>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eague Spartan" pitchFamily="2" charset="0"/>
              </a:rPr>
              <a:t>Request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138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36D32-E880-8F8B-0040-D5672EE6A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29D0BE-38E4-AE26-9C3E-F3A7E6FE9946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E11EE58-FB07-EAFE-27A4-8B0BBD9512E6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FDE08D1-9B0B-5173-751F-B443FCFF0014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Request : Method (1/4)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B9972EE-3BA1-6E06-0626-E3B55A4E2FC2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5906B6-FEF8-59B2-1EC8-BFFBE53E4706}"/>
              </a:ext>
            </a:extLst>
          </p:cNvPr>
          <p:cNvSpPr txBox="1"/>
          <p:nvPr/>
        </p:nvSpPr>
        <p:spPr>
          <a:xfrm>
            <a:off x="685800" y="2699875"/>
            <a:ext cx="17401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91194B"/>
                </a:solidFill>
                <a:latin typeface="League Spartan" pitchFamily="2" charset="0"/>
              </a:rPr>
              <a:t>GET</a:t>
            </a:r>
            <a:r>
              <a:rPr lang="en-GB" dirty="0">
                <a:latin typeface="League Spartan" pitchFamily="2" charset="0"/>
              </a:rPr>
              <a:t> is used to request data from a specified resource.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League Spartan" pitchFamily="2" charset="0"/>
              </a:rPr>
              <a:t>Protocol://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League Spartan" pitchFamily="2" charset="0"/>
              </a:rPr>
              <a:t>URL/</a:t>
            </a:r>
            <a:r>
              <a:rPr lang="en-US" dirty="0">
                <a:solidFill>
                  <a:schemeClr val="accent1"/>
                </a:solidFill>
                <a:latin typeface="League Spartan" pitchFamily="2" charset="0"/>
              </a:rPr>
              <a:t>path/to/resources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League Spartan" pitchFamily="2" charset="0"/>
              </a:rPr>
              <a:t>?</a:t>
            </a:r>
            <a:r>
              <a:rPr lang="en-US" dirty="0">
                <a:solidFill>
                  <a:srgbClr val="FF0000"/>
                </a:solidFill>
                <a:latin typeface="League Spartan" pitchFamily="2" charset="0"/>
              </a:rPr>
              <a:t>param1=Value1</a:t>
            </a:r>
            <a:r>
              <a:rPr lang="en-US" dirty="0">
                <a:solidFill>
                  <a:srgbClr val="002060"/>
                </a:solidFill>
                <a:latin typeface="League Spartan" pitchFamily="2" charset="0"/>
              </a:rPr>
              <a:t>&amp;</a:t>
            </a:r>
            <a:r>
              <a:rPr lang="en-US" dirty="0">
                <a:solidFill>
                  <a:srgbClr val="FF0000"/>
                </a:solidFill>
                <a:latin typeface="League Spartan" pitchFamily="2" charset="0"/>
              </a:rPr>
              <a:t>param2=Value2</a:t>
            </a:r>
            <a:endParaRPr lang="fr-FR" dirty="0">
              <a:solidFill>
                <a:srgbClr val="FF0000"/>
              </a:solidFill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74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E9B2E-F538-B3CB-E6AA-6D771192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22169AE-7675-834B-0F9A-1D7F96D1C68A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4A84FE6-8A3D-7D91-E90E-0446D5721FD1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9464A9D-50D5-6B8F-6F31-EEFBC74B2254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Request : Method (2/4)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F0C84C0-60D4-98C0-C7AB-586848C35A7E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19E98D-CC52-3BA7-E0F7-46D185E7FAF0}"/>
              </a:ext>
            </a:extLst>
          </p:cNvPr>
          <p:cNvSpPr txBox="1"/>
          <p:nvPr/>
        </p:nvSpPr>
        <p:spPr>
          <a:xfrm>
            <a:off x="685800" y="2699875"/>
            <a:ext cx="17401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US" b="1" u="sng" dirty="0">
                <a:solidFill>
                  <a:srgbClr val="91194B"/>
                </a:solidFill>
                <a:latin typeface="League Spartan" pitchFamily="2" charset="0"/>
              </a:rPr>
              <a:t>POST</a:t>
            </a:r>
            <a:r>
              <a:rPr lang="en-US" dirty="0">
                <a:latin typeface="League Spartan" pitchFamily="2" charset="0"/>
              </a:rPr>
              <a:t> is used to send data to a server to create/update a resource.</a:t>
            </a:r>
          </a:p>
          <a:p>
            <a:pPr marL="146050" indent="0">
              <a:buNone/>
            </a:pPr>
            <a:endParaRPr lang="en-US" dirty="0"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>
                <a:latin typeface="League Spartan" pitchFamily="2" charset="0"/>
              </a:rPr>
              <a:t>The data sent to the server with POST is stored in the request body of the HTTP request:</a:t>
            </a:r>
            <a:endParaRPr lang="fr-FR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387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5482E-EACA-1EEB-EA04-9C763D44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8E50DA-9AA1-559E-5766-F16A3A0B0ACD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A4207CB-1207-FCF5-23F1-8C2E8320FF21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75017D2-4CE4-728D-02CE-0D80A47EF32B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Request : Method (3/4)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192DFA6-9898-BFB2-F8BE-969FA0765D96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94DD2-CD4F-9D5E-C396-BEF52DEE213B}"/>
              </a:ext>
            </a:extLst>
          </p:cNvPr>
          <p:cNvSpPr txBox="1"/>
          <p:nvPr/>
        </p:nvSpPr>
        <p:spPr>
          <a:xfrm>
            <a:off x="685800" y="2699875"/>
            <a:ext cx="17401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US" b="1" u="sng" dirty="0">
                <a:solidFill>
                  <a:srgbClr val="91194B"/>
                </a:solidFill>
                <a:latin typeface="League Spartan" pitchFamily="2" charset="0"/>
              </a:rPr>
              <a:t>PUT</a:t>
            </a:r>
            <a:r>
              <a:rPr lang="en-US" b="1" u="sng" dirty="0">
                <a:solidFill>
                  <a:schemeClr val="accent4">
                    <a:lumMod val="75000"/>
                  </a:schemeClr>
                </a:solidFill>
                <a:latin typeface="League Spartan" pitchFamily="2" charset="0"/>
              </a:rPr>
              <a:t> </a:t>
            </a:r>
            <a:r>
              <a:rPr lang="en-US" dirty="0">
                <a:latin typeface="League Spartan" pitchFamily="2" charset="0"/>
              </a:rPr>
              <a:t>is used to send data to a server to create/update a resource.</a:t>
            </a:r>
          </a:p>
          <a:p>
            <a:pPr marL="146050" indent="0">
              <a:buNone/>
            </a:pPr>
            <a:endParaRPr lang="en-US" dirty="0"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>
                <a:latin typeface="League Spartan" pitchFamily="2" charset="0"/>
              </a:rPr>
              <a:t>The difference between POST and PUT is that PUT requests are idempotent. That is, calling the same PUT request multiple times will always produce the same result. In contrast, calling a POST request repeatedly have side effects of creating the same resource multiple times.</a:t>
            </a:r>
            <a:endParaRPr lang="fr-FR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186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0D276-2BBD-FD00-9584-A259CCD8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D45EAF-9DCF-A3EF-B7D1-A74C8DC2E192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8DA68C0-BF0C-F4DA-1081-E837EC2A52B0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8C7798C-F35D-54E0-A399-6F5A4C0DAFA4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Request : Method (4/4)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3A82D59-5ADC-5BB9-3D36-F20BEA7E54A3}"/>
              </a:ext>
            </a:extLst>
          </p:cNvPr>
          <p:cNvSpPr txBox="1"/>
          <p:nvPr/>
        </p:nvSpPr>
        <p:spPr>
          <a:xfrm>
            <a:off x="9065270" y="9499792"/>
            <a:ext cx="157460" cy="48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1FE5C-CF5E-E5D1-FBA3-80BF39B2AAA4}"/>
              </a:ext>
            </a:extLst>
          </p:cNvPr>
          <p:cNvSpPr txBox="1"/>
          <p:nvPr/>
        </p:nvSpPr>
        <p:spPr>
          <a:xfrm>
            <a:off x="685800" y="2699875"/>
            <a:ext cx="1740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US" b="1" i="0" u="sng" dirty="0">
                <a:solidFill>
                  <a:srgbClr val="91194B"/>
                </a:solidFill>
                <a:effectLst/>
                <a:latin typeface="League Spartan" pitchFamily="2" charset="0"/>
              </a:rPr>
              <a:t>DELETE</a:t>
            </a:r>
            <a:r>
              <a:rPr lang="en-US" b="1" i="0" u="sng" dirty="0">
                <a:solidFill>
                  <a:schemeClr val="accent4">
                    <a:lumMod val="75000"/>
                  </a:schemeClr>
                </a:solidFill>
                <a:effectLst/>
                <a:latin typeface="League Spartan" pitchFamily="2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method deletes the specified resource.</a:t>
            </a:r>
            <a:endParaRPr lang="fr-FR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722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F8F53F-7ADE-D430-592E-D8752B84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B8D52E-F0CE-B700-CDFD-38057DA41FC6}"/>
              </a:ext>
            </a:extLst>
          </p:cNvPr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1369214-7B76-501F-B0BB-89175E5EEF76}"/>
              </a:ext>
            </a:extLst>
          </p:cNvPr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2E31D07-CC78-7959-03F3-560E1DDA9672}"/>
              </a:ext>
            </a:extLst>
          </p:cNvPr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Architecture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09F0BC2-D993-F4A1-0C6E-FE0772247AA3}"/>
              </a:ext>
            </a:extLst>
          </p:cNvPr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Model View Controller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CAD920AD-E26E-4E9F-7693-88A070BE8EE9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868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178381-ADE5-BDCE-638F-A63F8EFF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3AB0F0-AC44-E680-9F95-19D6D356AC0F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859BEBD-FDE5-0BE4-C8B7-AD8FD1AAE2C5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A0A296C-809D-16E0-676A-3456279E1C0A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MVC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559BD3B-DA70-D579-E5B0-3AF1ED8505E5}"/>
              </a:ext>
            </a:extLst>
          </p:cNvPr>
          <p:cNvSpPr txBox="1"/>
          <p:nvPr/>
        </p:nvSpPr>
        <p:spPr>
          <a:xfrm>
            <a:off x="9065270" y="9499792"/>
            <a:ext cx="4597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21323-1058-6960-4ED8-AA5F087C1CA3}"/>
              </a:ext>
            </a:extLst>
          </p:cNvPr>
          <p:cNvSpPr txBox="1"/>
          <p:nvPr/>
        </p:nvSpPr>
        <p:spPr>
          <a:xfrm>
            <a:off x="685800" y="2699875"/>
            <a:ext cx="17401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US" dirty="0">
                <a:latin typeface="League Spartan" pitchFamily="2" charset="0"/>
              </a:rPr>
              <a:t>Model–view–controller (MVC) is a software design pattern commonly used for developing user interfaces that divide the related program logic into three interconnected elements.</a:t>
            </a:r>
          </a:p>
          <a:p>
            <a:pPr marL="146050" indent="0">
              <a:buNone/>
            </a:pPr>
            <a:endParaRPr lang="en-US" dirty="0"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>
                <a:latin typeface="League Spartan" pitchFamily="2" charset="0"/>
              </a:rPr>
              <a:t>This is done to separate internal representations of information from the ways information is presented to and accepted from the user</a:t>
            </a:r>
            <a:endParaRPr lang="fr-FR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47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CAA4C-B2C1-8E83-8E94-5EB4FC228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87512D4-EAC6-FADB-57F9-FF970463ED3E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4B66C24-76F9-63B5-C1B5-C2E48C800670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56574FC-7FDC-17EB-5E6C-C500FE71566C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MVC : Illustration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8BC9A9E-E928-F986-5F6E-2421D0D02459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1E716D-B785-4F60-3291-14369485C272}"/>
              </a:ext>
            </a:extLst>
          </p:cNvPr>
          <p:cNvSpPr/>
          <p:nvPr/>
        </p:nvSpPr>
        <p:spPr>
          <a:xfrm>
            <a:off x="6730749" y="4838700"/>
            <a:ext cx="1651251" cy="875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League Spartan" pitchFamily="2" charset="0"/>
              </a:rPr>
              <a:t>Controller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CED6E11-F360-DA3D-1833-4BAAAEB873EE}"/>
              </a:ext>
            </a:extLst>
          </p:cNvPr>
          <p:cNvSpPr/>
          <p:nvPr/>
        </p:nvSpPr>
        <p:spPr>
          <a:xfrm>
            <a:off x="3886200" y="2262203"/>
            <a:ext cx="1420091" cy="875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League Spartan" pitchFamily="2" charset="0"/>
              </a:rPr>
              <a:t>Model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646CD84-48D3-CBCE-B7B6-4D25ED333625}"/>
              </a:ext>
            </a:extLst>
          </p:cNvPr>
          <p:cNvSpPr/>
          <p:nvPr/>
        </p:nvSpPr>
        <p:spPr>
          <a:xfrm>
            <a:off x="8860886" y="2193404"/>
            <a:ext cx="1420091" cy="875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latin typeface="League Spartan" pitchFamily="2" charset="0"/>
              </a:rPr>
              <a:t>View</a:t>
            </a:r>
            <a:endParaRPr lang="fr-FR" dirty="0">
              <a:latin typeface="League Spartan" pitchFamily="2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723FDB-66C1-41B3-B27F-D35A274A9C3D}"/>
              </a:ext>
            </a:extLst>
          </p:cNvPr>
          <p:cNvCxnSpPr>
            <a:cxnSpLocks/>
            <a:stCxn id="26" idx="4"/>
            <a:endCxn id="25" idx="1"/>
          </p:cNvCxnSpPr>
          <p:nvPr/>
        </p:nvCxnSpPr>
        <p:spPr>
          <a:xfrm>
            <a:off x="4596246" y="3138030"/>
            <a:ext cx="2376323" cy="1828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C349D19-D9C0-CF30-54B4-C7547556184B}"/>
              </a:ext>
            </a:extLst>
          </p:cNvPr>
          <p:cNvCxnSpPr>
            <a:cxnSpLocks/>
            <a:stCxn id="27" idx="4"/>
            <a:endCxn id="25" idx="7"/>
          </p:cNvCxnSpPr>
          <p:nvPr/>
        </p:nvCxnSpPr>
        <p:spPr>
          <a:xfrm flipH="1">
            <a:off x="8140180" y="3069231"/>
            <a:ext cx="1430752" cy="1897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6404F73-A8C7-4E9F-4EA8-DBA63A744018}"/>
              </a:ext>
            </a:extLst>
          </p:cNvPr>
          <p:cNvSpPr txBox="1"/>
          <p:nvPr/>
        </p:nvSpPr>
        <p:spPr>
          <a:xfrm>
            <a:off x="4850715" y="4107431"/>
            <a:ext cx="217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Internal</a:t>
            </a:r>
            <a:r>
              <a:rPr lang="fr-FR" sz="900" dirty="0"/>
              <a:t> </a:t>
            </a:r>
            <a:r>
              <a:rPr lang="fr-FR" dirty="0"/>
              <a:t>Information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DEA574-6DD9-DD1F-6415-7643469DB0E4}"/>
              </a:ext>
            </a:extLst>
          </p:cNvPr>
          <p:cNvSpPr txBox="1"/>
          <p:nvPr/>
        </p:nvSpPr>
        <p:spPr>
          <a:xfrm>
            <a:off x="8008377" y="3805279"/>
            <a:ext cx="186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League Spartan" pitchFamily="2" charset="0"/>
              </a:rPr>
              <a:t>User Interface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4892BBD-FD12-70F1-64E1-246760129A05}"/>
              </a:ext>
            </a:extLst>
          </p:cNvPr>
          <p:cNvSpPr/>
          <p:nvPr/>
        </p:nvSpPr>
        <p:spPr>
          <a:xfrm>
            <a:off x="7182752" y="6964810"/>
            <a:ext cx="1651251" cy="5301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League Spartan" pitchFamily="2" charset="0"/>
              </a:rPr>
              <a:t>User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578A0D9-386F-D267-DB85-0C1AB378D87B}"/>
              </a:ext>
            </a:extLst>
          </p:cNvPr>
          <p:cNvCxnSpPr>
            <a:cxnSpLocks/>
            <a:stCxn id="25" idx="4"/>
            <a:endCxn id="32" idx="0"/>
          </p:cNvCxnSpPr>
          <p:nvPr/>
        </p:nvCxnSpPr>
        <p:spPr>
          <a:xfrm>
            <a:off x="7556375" y="5714527"/>
            <a:ext cx="452003" cy="1250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CF433BF-9008-D8FE-13FF-0F2937D030B4}"/>
              </a:ext>
            </a:extLst>
          </p:cNvPr>
          <p:cNvSpPr txBox="1"/>
          <p:nvPr/>
        </p:nvSpPr>
        <p:spPr>
          <a:xfrm>
            <a:off x="6834658" y="5864209"/>
            <a:ext cx="202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latin typeface="League Spartan" pitchFamily="2" charset="0"/>
              </a:rPr>
              <a:t>Formated</a:t>
            </a:r>
            <a:r>
              <a:rPr lang="fr-FR" dirty="0">
                <a:latin typeface="League Spartan" pitchFamily="2" charset="0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320196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CE0DF-667C-6351-D1EC-A2BC9684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5623BF-C7CF-E190-DC0B-64653A1C323F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0314F9D-B53E-85BA-5168-D326B777E147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D0D8DDC-2BA1-2EF9-E765-AF3F9A909DDB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MVC : Model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561F19D-5667-D61D-A1A5-FA92F97497F3}"/>
              </a:ext>
            </a:extLst>
          </p:cNvPr>
          <p:cNvSpPr txBox="1"/>
          <p:nvPr/>
        </p:nvSpPr>
        <p:spPr>
          <a:xfrm>
            <a:off x="9065270" y="9499792"/>
            <a:ext cx="3835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42EE2-0B04-AC8C-FD43-CBF692371926}"/>
              </a:ext>
            </a:extLst>
          </p:cNvPr>
          <p:cNvSpPr txBox="1"/>
          <p:nvPr/>
        </p:nvSpPr>
        <p:spPr>
          <a:xfrm>
            <a:off x="685800" y="2699875"/>
            <a:ext cx="17401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US" dirty="0">
                <a:latin typeface="League Spartan" pitchFamily="2" charset="0"/>
              </a:rPr>
              <a:t>The model is part of the application to retrieve the core data.</a:t>
            </a:r>
            <a:br>
              <a:rPr lang="en-US" dirty="0">
                <a:latin typeface="League Spartan" pitchFamily="2" charset="0"/>
              </a:rPr>
            </a:br>
            <a:br>
              <a:rPr lang="en-US" dirty="0">
                <a:latin typeface="League Spartan" pitchFamily="2" charset="0"/>
              </a:rPr>
            </a:br>
            <a:r>
              <a:rPr lang="en-US" dirty="0">
                <a:latin typeface="League Spartan" pitchFamily="2" charset="0"/>
              </a:rPr>
              <a:t>Example : Request Database</a:t>
            </a:r>
            <a:br>
              <a:rPr lang="en-US" dirty="0">
                <a:latin typeface="League Spartan" pitchFamily="2" charset="0"/>
              </a:rPr>
            </a:br>
            <a:br>
              <a:rPr lang="en-US" dirty="0">
                <a:latin typeface="League Spartan" pitchFamily="2" charset="0"/>
              </a:rPr>
            </a:br>
            <a:r>
              <a:rPr lang="en-US" dirty="0">
                <a:latin typeface="League Spartan" pitchFamily="2" charset="0"/>
              </a:rPr>
              <a:t>For this part we will use Entity Framework (Tomorrow Session)</a:t>
            </a:r>
            <a:endParaRPr lang="fr-FR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85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A4458-80C5-307C-77E0-F408A491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0364D1-20A3-C8C1-EF53-0B9D6FEF96C9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E22CA70-6304-BB52-2499-C8F88DB027B7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44114CF-B0FA-D8AF-7166-34A9B2A20C63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MVC : View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7A7282A-E316-966A-A456-B63D49DF3E0C}"/>
              </a:ext>
            </a:extLst>
          </p:cNvPr>
          <p:cNvSpPr txBox="1"/>
          <p:nvPr/>
        </p:nvSpPr>
        <p:spPr>
          <a:xfrm>
            <a:off x="9065270" y="9499792"/>
            <a:ext cx="4597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86FCDC-760C-C1E6-609A-D166DF4A84F2}"/>
              </a:ext>
            </a:extLst>
          </p:cNvPr>
          <p:cNvSpPr txBox="1"/>
          <p:nvPr/>
        </p:nvSpPr>
        <p:spPr>
          <a:xfrm>
            <a:off x="685800" y="2699875"/>
            <a:ext cx="17401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GB" dirty="0">
                <a:latin typeface="League Spartan" pitchFamily="2" charset="0"/>
              </a:rPr>
              <a:t>The view is the part of the application to build the html pages.</a:t>
            </a:r>
            <a:br>
              <a:rPr lang="en-GB" dirty="0">
                <a:latin typeface="League Spartan" pitchFamily="2" charset="0"/>
              </a:rPr>
            </a:br>
            <a:br>
              <a:rPr lang="en-GB" dirty="0">
                <a:latin typeface="League Spartan" pitchFamily="2" charset="0"/>
              </a:rPr>
            </a:br>
            <a:r>
              <a:rPr lang="en-GB" dirty="0">
                <a:latin typeface="League Spartan" pitchFamily="2" charset="0"/>
              </a:rPr>
              <a:t>We’ll use in this class razor template engine.</a:t>
            </a:r>
          </a:p>
        </p:txBody>
      </p:sp>
    </p:spTree>
    <p:extLst>
      <p:ext uri="{BB962C8B-B14F-4D97-AF65-F5344CB8AC3E}">
        <p14:creationId xmlns:p14="http://schemas.microsoft.com/office/powerpoint/2010/main" val="1071053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04EAE-673E-9C3D-D445-4F23D988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BD9009-F31E-B00D-9330-1497185123B2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23005BC-8E02-CFF0-B403-F77356BAC9CB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61BAC01-3298-3A39-844B-208AF70CAB76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MVC : Controller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812838A-3014-CBB6-30C5-DA6F3A9F3242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684EAA-DD4C-3143-46C4-0D2E9F89F84C}"/>
              </a:ext>
            </a:extLst>
          </p:cNvPr>
          <p:cNvSpPr txBox="1"/>
          <p:nvPr/>
        </p:nvSpPr>
        <p:spPr>
          <a:xfrm>
            <a:off x="685800" y="2699875"/>
            <a:ext cx="17401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US" dirty="0">
                <a:latin typeface="League Spartan" pitchFamily="2" charset="0"/>
              </a:rPr>
              <a:t>The controller is the part of the application used to link model view and drive the user requests.</a:t>
            </a:r>
            <a:br>
              <a:rPr lang="en-US" dirty="0">
                <a:latin typeface="League Spartan" pitchFamily="2" charset="0"/>
              </a:rPr>
            </a:br>
            <a:br>
              <a:rPr lang="en-US" dirty="0">
                <a:latin typeface="League Spartan" pitchFamily="2" charset="0"/>
              </a:rPr>
            </a:br>
            <a:r>
              <a:rPr lang="en-US" dirty="0">
                <a:latin typeface="League Spartan" pitchFamily="2" charset="0"/>
              </a:rPr>
              <a:t>It will take the user request and call the model and view to build formatted data for the user. It’s also used to perform the change needed by the user.</a:t>
            </a:r>
            <a:endParaRPr lang="fr-FR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364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DA06E-DEBD-0BB1-6184-B2DF08C0F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34793D-0DCA-57CA-798F-AF3B395B3691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BFCEF8D-623E-9647-57BB-9DB2C8F486F6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83E83A0-F841-BC82-6F31-9073B9048EF9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MVC : Router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3FC9787-4055-3FF7-11C6-99891FD8CDF0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2CBEB-3C94-4233-C533-5A659DFB7E62}"/>
              </a:ext>
            </a:extLst>
          </p:cNvPr>
          <p:cNvSpPr txBox="1"/>
          <p:nvPr/>
        </p:nvSpPr>
        <p:spPr>
          <a:xfrm>
            <a:off x="685800" y="2699875"/>
            <a:ext cx="17401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US" dirty="0">
                <a:latin typeface="League Spartan" pitchFamily="2" charset="0"/>
              </a:rPr>
              <a:t>This is a specificity for Web Application.</a:t>
            </a:r>
          </a:p>
          <a:p>
            <a:pPr marL="146050" indent="0">
              <a:buNone/>
            </a:pPr>
            <a:endParaRPr lang="en-US" dirty="0">
              <a:latin typeface="League Spartan" pitchFamily="2" charset="0"/>
            </a:endParaRPr>
          </a:p>
          <a:p>
            <a:pPr marL="146050" indent="0">
              <a:buNone/>
            </a:pPr>
            <a:r>
              <a:rPr lang="en-US" dirty="0">
                <a:latin typeface="League Spartan" pitchFamily="2" charset="0"/>
              </a:rPr>
              <a:t>We need a module to analyze and parse the request from the user and decide which “Route”  to use to achieve the desired goal.</a:t>
            </a:r>
            <a:endParaRPr lang="fr-FR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477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231C73-A230-8B24-7F79-3A9D35F8D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C8DBF3-4598-9A9A-31A9-B30ECC734DDB}"/>
              </a:ext>
            </a:extLst>
          </p:cNvPr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E9934BD-7ABE-10F8-C0DC-A1296FDBCC19}"/>
              </a:ext>
            </a:extLst>
          </p:cNvPr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3DF11EF-7140-2F53-0529-553D684646F5}"/>
              </a:ext>
            </a:extLst>
          </p:cNvPr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ASP.NET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397AE58-83BC-F2D2-232F-2168F2011DD8}"/>
              </a:ext>
            </a:extLst>
          </p:cNvPr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C# for web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EA3711B4-AEE1-5867-4AA1-59A44592DF41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256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74F9A-101A-6C55-A1D0-D1D44F92F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EDB56E-94AA-600D-46BE-9D5778AC2363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DBDFBBD-6E19-4F90-47DA-5D83554074FA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D026E63-5389-7182-2834-09A3AED2CB32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Variables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A63916A-72CE-0FFC-67A3-B2598B9E7D6F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DBDA5-5F39-BF9B-2BB6-CF5CCA944BC7}"/>
              </a:ext>
            </a:extLst>
          </p:cNvPr>
          <p:cNvSpPr txBox="1"/>
          <p:nvPr/>
        </p:nvSpPr>
        <p:spPr>
          <a:xfrm>
            <a:off x="685800" y="2699875"/>
            <a:ext cx="1740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6050" indent="0">
              <a:buNone/>
            </a:pPr>
            <a:r>
              <a:rPr lang="en-US" dirty="0">
                <a:latin typeface="League Spartan" pitchFamily="2" charset="0"/>
              </a:rPr>
              <a:t>Variables are typed.</a:t>
            </a:r>
            <a:endParaRPr lang="fr-FR" dirty="0">
              <a:latin typeface="League Spartan" pitchFamily="2" charset="0"/>
            </a:endParaRPr>
          </a:p>
        </p:txBody>
      </p:sp>
      <p:pic>
        <p:nvPicPr>
          <p:cNvPr id="6" name="Picture 2" descr=" string data types in c#.net">
            <a:extLst>
              <a:ext uri="{FF2B5EF4-FFF2-40B4-BE49-F238E27FC236}">
                <a16:creationId xmlns:a16="http://schemas.microsoft.com/office/drawing/2014/main" id="{6FFF23F4-5854-C5E4-15CC-F5DB398F8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294293"/>
            <a:ext cx="7334114" cy="257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01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98A96B-478F-3496-BFBC-5DFACE1EE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7D250C-E51F-8B10-E1D8-923A11431622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148C3BE-314D-90C1-7243-E63996110510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F1531B8-00F4-42B2-B0AE-6D18D074D35B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Loops &amp;  iterations (1/2)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318E0D0-3976-ED68-F8D2-611EB8D586DA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E845B2-66EC-6E36-B1F4-6878E24BAC0D}"/>
              </a:ext>
            </a:extLst>
          </p:cNvPr>
          <p:cNvSpPr txBox="1"/>
          <p:nvPr/>
        </p:nvSpPr>
        <p:spPr>
          <a:xfrm>
            <a:off x="685800" y="2699875"/>
            <a:ext cx="174018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//for ([</a:t>
            </a:r>
            <a:r>
              <a:rPr lang="en-US" dirty="0" err="1">
                <a:solidFill>
                  <a:schemeClr val="tx2"/>
                </a:solidFill>
                <a:latin typeface="League Spartan" pitchFamily="2" charset="0"/>
              </a:rPr>
              <a:t>initialExpression</a:t>
            </a: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]; [</a:t>
            </a:r>
            <a:r>
              <a:rPr lang="en-US" dirty="0" err="1">
                <a:solidFill>
                  <a:schemeClr val="tx2"/>
                </a:solidFill>
                <a:latin typeface="League Spartan" pitchFamily="2" charset="0"/>
              </a:rPr>
              <a:t>conditionExpression</a:t>
            </a: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]; [</a:t>
            </a:r>
            <a:r>
              <a:rPr lang="en-US" dirty="0" err="1">
                <a:solidFill>
                  <a:schemeClr val="tx2"/>
                </a:solidFill>
                <a:latin typeface="League Spartan" pitchFamily="2" charset="0"/>
              </a:rPr>
              <a:t>incrementExpression</a:t>
            </a: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])</a:t>
            </a:r>
            <a:endParaRPr lang="en-US" dirty="0">
              <a:solidFill>
                <a:schemeClr val="accent6"/>
              </a:solidFill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for</a:t>
            </a:r>
            <a:r>
              <a:rPr lang="en-US" dirty="0">
                <a:latin typeface="League Spartan" pitchFamily="2" charset="0"/>
              </a:rPr>
              <a:t> (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 err="1">
                <a:latin typeface="League Spartan" pitchFamily="2" charset="0"/>
              </a:rPr>
              <a:t>i</a:t>
            </a:r>
            <a:r>
              <a:rPr lang="en-US" dirty="0">
                <a:latin typeface="League Spartan" pitchFamily="2" charset="0"/>
              </a:rPr>
              <a:t> = 0; </a:t>
            </a:r>
            <a:r>
              <a:rPr lang="en-US" dirty="0" err="1">
                <a:latin typeface="League Spartan" pitchFamily="2" charset="0"/>
              </a:rPr>
              <a:t>i</a:t>
            </a:r>
            <a:r>
              <a:rPr lang="en-US" dirty="0">
                <a:latin typeface="League Spartan" pitchFamily="2" charset="0"/>
              </a:rPr>
              <a:t> &lt; 5; </a:t>
            </a:r>
            <a:r>
              <a:rPr lang="en-US" dirty="0" err="1">
                <a:latin typeface="League Spartan" pitchFamily="2" charset="0"/>
              </a:rPr>
              <a:t>i</a:t>
            </a:r>
            <a:r>
              <a:rPr lang="en-US" dirty="0">
                <a:latin typeface="League Spartan" pitchFamily="2" charset="0"/>
              </a:rPr>
              <a:t>++)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</a:t>
            </a: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 Runs 5 times, with values of step 0 through 4.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console.log('Walking east one step');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League Spartan" pitchFamily="2" charset="0"/>
              </a:rPr>
              <a:t>//while (condition)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pt-BR" dirty="0">
                <a:solidFill>
                  <a:schemeClr val="bg2"/>
                </a:solidFill>
                <a:latin typeface="League Spartan" pitchFamily="2" charset="0"/>
              </a:rPr>
              <a:t> </a:t>
            </a:r>
            <a:r>
              <a:rPr lang="pt-BR" dirty="0">
                <a:latin typeface="League Spartan" pitchFamily="2" charset="0"/>
              </a:rPr>
              <a:t>n = 0;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pt-BR" dirty="0">
                <a:solidFill>
                  <a:schemeClr val="bg2"/>
                </a:solidFill>
                <a:latin typeface="League Spartan" pitchFamily="2" charset="0"/>
              </a:rPr>
              <a:t> </a:t>
            </a:r>
            <a:r>
              <a:rPr lang="pt-BR" dirty="0">
                <a:latin typeface="League Spartan" pitchFamily="2" charset="0"/>
              </a:rPr>
              <a:t>x = 0;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accent6"/>
                </a:solidFill>
                <a:latin typeface="League Spartan" pitchFamily="2" charset="0"/>
              </a:rPr>
              <a:t>while</a:t>
            </a:r>
            <a:r>
              <a:rPr lang="pt-BR" dirty="0">
                <a:solidFill>
                  <a:schemeClr val="bg2"/>
                </a:solidFill>
                <a:latin typeface="League Spartan" pitchFamily="2" charset="0"/>
              </a:rPr>
              <a:t> </a:t>
            </a:r>
            <a:r>
              <a:rPr lang="pt-BR" dirty="0">
                <a:latin typeface="League Spartan" pitchFamily="2" charset="0"/>
              </a:rPr>
              <a:t>(n &lt; 3)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League Spartan" pitchFamily="2" charset="0"/>
              </a:rPr>
              <a:t>  n++;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League Spartan" pitchFamily="2" charset="0"/>
              </a:rPr>
              <a:t>  x += n;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League Spartan" pitchFamily="2" charset="0"/>
              </a:rPr>
              <a:t>}</a:t>
            </a:r>
            <a:endParaRPr lang="en-US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697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781B7B-AD43-E41E-1A4C-5B9F1C30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25A7B1-BABD-B6C7-2A9C-7A6D2970C4A2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BE930EA-7883-2BD5-2D5B-C5724CF605D6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A75E0DB-B296-0DDC-78BF-075697EE1830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Loops &amp;  iterations (2/2)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7829A8C-02B6-6801-653B-7A676129B991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05024E-5B3F-29E0-1539-C6FCB5ACD21C}"/>
              </a:ext>
            </a:extLst>
          </p:cNvPr>
          <p:cNvSpPr txBox="1"/>
          <p:nvPr/>
        </p:nvSpPr>
        <p:spPr>
          <a:xfrm>
            <a:off x="685800" y="2699875"/>
            <a:ext cx="174018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var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 err="1">
                <a:latin typeface="League Spartan" pitchFamily="2" charset="0"/>
              </a:rPr>
              <a:t>fibNumbers</a:t>
            </a:r>
            <a:r>
              <a:rPr lang="en-US" dirty="0">
                <a:latin typeface="League Spartan" pitchFamily="2" charset="0"/>
              </a:rPr>
              <a:t> = new List&lt;int&gt; { 0, 1, 1, 2, 3, 5, 8, 13 };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foreach</a:t>
            </a:r>
            <a:r>
              <a:rPr lang="en-US" dirty="0">
                <a:latin typeface="League Spartan" pitchFamily="2" charset="0"/>
              </a:rPr>
              <a:t> (int element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 err="1">
                <a:latin typeface="League Spartan" pitchFamily="2" charset="0"/>
              </a:rPr>
              <a:t>fibNumbers</a:t>
            </a:r>
            <a:r>
              <a:rPr lang="en-US" dirty="0">
                <a:latin typeface="League Spartan" pitchFamily="2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League Spartan" pitchFamily="2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League Spartan" pitchFamily="2" charset="0"/>
              </a:rPr>
              <a:t>    </a:t>
            </a:r>
            <a:r>
              <a:rPr lang="en-US" dirty="0" err="1">
                <a:latin typeface="League Spartan" pitchFamily="2" charset="0"/>
              </a:rPr>
              <a:t>Console.Write</a:t>
            </a:r>
            <a:r>
              <a:rPr lang="en-US" dirty="0">
                <a:latin typeface="League Spartan" pitchFamily="2" charset="0"/>
              </a:rPr>
              <a:t>($"{element} ");</a:t>
            </a:r>
          </a:p>
          <a:p>
            <a:pPr marL="0" indent="0">
              <a:buNone/>
            </a:pPr>
            <a:r>
              <a:rPr lang="en-US" dirty="0">
                <a:latin typeface="League Spartan" pitchFamily="2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League Spartan" pitchFamily="2" charset="0"/>
              </a:rPr>
              <a:t>// Output:</a:t>
            </a:r>
          </a:p>
          <a:p>
            <a:pPr marL="0" indent="0">
              <a:buNone/>
            </a:pPr>
            <a:r>
              <a:rPr lang="en-US" dirty="0">
                <a:latin typeface="League Spartan" pitchFamily="2" charset="0"/>
              </a:rPr>
              <a:t>// 0 1 1 2 3 5 8 13</a:t>
            </a:r>
          </a:p>
        </p:txBody>
      </p:sp>
    </p:spTree>
    <p:extLst>
      <p:ext uri="{BB962C8B-B14F-4D97-AF65-F5344CB8AC3E}">
        <p14:creationId xmlns:p14="http://schemas.microsoft.com/office/powerpoint/2010/main" val="2887873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9F0E8-A63B-BA56-9AF2-F63AC5FAF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4D5633B-8ABC-6A9F-56DA-045DED467E8F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B2F0BEE-9720-F9B6-839C-B1B6E1034C7D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790CA58-59BA-FF2E-FAB5-6DA1DFA85589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Conditional Expression (1/2)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470FCBA-C7B8-3F52-588A-53FEA89FF12D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BC059-F8DC-95D7-67C5-42583183BA64}"/>
              </a:ext>
            </a:extLst>
          </p:cNvPr>
          <p:cNvSpPr txBox="1"/>
          <p:nvPr/>
        </p:nvSpPr>
        <p:spPr>
          <a:xfrm>
            <a:off x="685800" y="2699875"/>
            <a:ext cx="174018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string</a:t>
            </a:r>
            <a:r>
              <a:rPr lang="en-US" dirty="0">
                <a:latin typeface="League Spartan" pitchFamily="2" charset="0"/>
              </a:rPr>
              <a:t> result;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 a=5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if</a:t>
            </a:r>
            <a:r>
              <a:rPr lang="en-US" dirty="0">
                <a:latin typeface="League Spartan" pitchFamily="2" charset="0"/>
              </a:rPr>
              <a:t> (a &gt; 0)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result = 'positive’;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}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else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League Spartan" pitchFamily="2" charset="0"/>
              </a:rPr>
              <a:t>// if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{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result = 'NOT positive’;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3787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DCB5B6-8B88-2398-CE69-6E07B0183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18D4D2-F070-9981-54AF-5427B1DAB2B1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04C1F34-05BB-B645-5DBC-22F3892B48A5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3B3C92B-2395-E1CD-5224-544EC6688F99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Data Structures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0895C3B-07CC-AB7E-0686-1B403E38B3E1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E7FA0-92BF-CD30-43E1-CAD36370C29F}"/>
              </a:ext>
            </a:extLst>
          </p:cNvPr>
          <p:cNvSpPr txBox="1"/>
          <p:nvPr/>
        </p:nvSpPr>
        <p:spPr>
          <a:xfrm>
            <a:off x="685800" y="2699875"/>
            <a:ext cx="1740189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Array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// Declare a single-dimensional array of 5 integers.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[] array1 =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new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[5];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// Declare and set array element values.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[] array2 =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new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[] { 1, 3, 5, 7, 9 };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// Alternative syntax.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[] array3 = { 1, 2, 3, 4, 5, 6 };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// Declare a two dimensional array.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[,] multiDimensionalArray1 =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new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[2, 3];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// Declare and set array element values.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[,] multiDimensionalArray2 = { { 1, 2, 3 }, { 4, 5, 6 } };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// Declare a jagged array.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[][] </a:t>
            </a:r>
            <a:r>
              <a:rPr lang="en-US" dirty="0" err="1">
                <a:latin typeface="League Spartan" pitchFamily="2" charset="0"/>
              </a:rPr>
              <a:t>jaggedArray</a:t>
            </a:r>
            <a:r>
              <a:rPr lang="en-US" dirty="0">
                <a:latin typeface="League Spartan" pitchFamily="2" charset="0"/>
              </a:rPr>
              <a:t> =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new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[6][];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// Set the values of the first array in the jagged array structure.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</a:t>
            </a:r>
            <a:r>
              <a:rPr lang="en-US" dirty="0" err="1">
                <a:latin typeface="League Spartan" pitchFamily="2" charset="0"/>
              </a:rPr>
              <a:t>jaggedArray</a:t>
            </a:r>
            <a:r>
              <a:rPr lang="en-US" dirty="0">
                <a:latin typeface="League Spartan" pitchFamily="2" charset="0"/>
              </a:rPr>
              <a:t>[0] =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new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[4] { 1, 2, 3, 4 };</a:t>
            </a:r>
          </a:p>
        </p:txBody>
      </p:sp>
    </p:spTree>
    <p:extLst>
      <p:ext uri="{BB962C8B-B14F-4D97-AF65-F5344CB8AC3E}">
        <p14:creationId xmlns:p14="http://schemas.microsoft.com/office/powerpoint/2010/main" val="2083707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7AF612-9576-3248-72D0-36834B21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E6CB2B-21BF-365C-B959-4CA5CBB48D7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EE01679-26CF-E54C-C33D-878E6443E63E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197078-1884-66B0-8DB8-7D8A2FF3B24D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Data Structures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985B88-2D61-3817-288A-B9CE47D08267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27A610-CDB7-85C7-4335-E3CD2F8433E4}"/>
              </a:ext>
            </a:extLst>
          </p:cNvPr>
          <p:cNvSpPr txBox="1"/>
          <p:nvPr/>
        </p:nvSpPr>
        <p:spPr>
          <a:xfrm>
            <a:off x="685800" y="2699875"/>
            <a:ext cx="174018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List is the simplest dynamic </a:t>
            </a:r>
            <a:r>
              <a:rPr lang="en-US" dirty="0" err="1">
                <a:latin typeface="League Spartan" pitchFamily="2" charset="0"/>
              </a:rPr>
              <a:t>datastructure</a:t>
            </a: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chemeClr val="accent6"/>
                </a:solidFill>
                <a:effectLst/>
                <a:latin typeface="League Spartan" pitchFamily="2" charset="0"/>
              </a:rPr>
              <a:t>List</a:t>
            </a:r>
            <a:r>
              <a:rPr lang="en-US" b="0" i="0" dirty="0">
                <a:solidFill>
                  <a:srgbClr val="5F6364"/>
                </a:solidFill>
                <a:effectLst/>
                <a:latin typeface="League Spartan" pitchFamily="2" charset="0"/>
              </a:rPr>
              <a:t>&lt;</a:t>
            </a:r>
            <a:r>
              <a:rPr lang="en-US" b="0" i="0" dirty="0">
                <a:solidFill>
                  <a:schemeClr val="accent6"/>
                </a:solidFill>
                <a:effectLst/>
                <a:latin typeface="League Spartan" pitchFamily="2" charset="0"/>
              </a:rPr>
              <a:t>string</a:t>
            </a:r>
            <a:r>
              <a:rPr lang="en-US" b="0" i="0" dirty="0">
                <a:solidFill>
                  <a:srgbClr val="5F6364"/>
                </a:solidFill>
                <a:effectLst/>
                <a:latin typeface="League Spartan" pitchFamily="2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authors </a:t>
            </a:r>
            <a:r>
              <a:rPr lang="en-US" b="0" i="0" dirty="0">
                <a:solidFill>
                  <a:srgbClr val="A67F59"/>
                </a:solidFill>
                <a:effectLst/>
                <a:latin typeface="League Spartan" pitchFamily="2" charset="0"/>
              </a:rPr>
              <a:t>=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lang="en-US" b="0" i="0" dirty="0">
                <a:solidFill>
                  <a:schemeClr val="accent6"/>
                </a:solidFill>
                <a:effectLst/>
                <a:latin typeface="League Spartan" pitchFamily="2" charset="0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lang="en-US" b="0" i="0" dirty="0">
                <a:solidFill>
                  <a:schemeClr val="accent6"/>
                </a:solidFill>
                <a:effectLst/>
                <a:latin typeface="League Spartan" pitchFamily="2" charset="0"/>
              </a:rPr>
              <a:t>List</a:t>
            </a:r>
            <a:r>
              <a:rPr lang="en-US" b="0" i="0" dirty="0">
                <a:solidFill>
                  <a:srgbClr val="5F6364"/>
                </a:solidFill>
                <a:effectLst/>
                <a:latin typeface="League Spartan" pitchFamily="2" charset="0"/>
              </a:rPr>
              <a:t>&lt;</a:t>
            </a:r>
            <a:r>
              <a:rPr lang="en-US" b="0" i="0" dirty="0">
                <a:solidFill>
                  <a:schemeClr val="accent6"/>
                </a:solidFill>
                <a:effectLst/>
                <a:latin typeface="League Spartan" pitchFamily="2" charset="0"/>
              </a:rPr>
              <a:t>string</a:t>
            </a:r>
            <a:r>
              <a:rPr lang="en-US" b="0" i="0" dirty="0">
                <a:solidFill>
                  <a:srgbClr val="5F6364"/>
                </a:solidFill>
                <a:effectLst/>
                <a:latin typeface="League Spartan" pitchFamily="2" charset="0"/>
              </a:rPr>
              <a:t>&gt;();</a:t>
            </a:r>
            <a:br>
              <a:rPr lang="en-US" b="0" i="0" dirty="0">
                <a:solidFill>
                  <a:srgbClr val="5F6364"/>
                </a:solidFill>
                <a:effectLst/>
                <a:latin typeface="League Spartan" pitchFamily="2" charset="0"/>
              </a:rPr>
            </a:br>
            <a:br>
              <a:rPr lang="en-US" b="0" i="0" dirty="0">
                <a:solidFill>
                  <a:srgbClr val="5F6364"/>
                </a:solidFill>
                <a:effectLst/>
                <a:latin typeface="League Spartan" pitchFamily="2" charset="0"/>
              </a:rPr>
            </a:br>
            <a:r>
              <a:rPr lang="en-US" dirty="0">
                <a:latin typeface="League Spartan" pitchFamily="2" charset="0"/>
              </a:rPr>
              <a:t>Dictionary is a Key-Value </a:t>
            </a:r>
            <a:r>
              <a:rPr lang="en-US" dirty="0" err="1">
                <a:latin typeface="League Spartan" pitchFamily="2" charset="0"/>
              </a:rPr>
              <a:t>DataStructure</a:t>
            </a: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Dictionary</a:t>
            </a:r>
            <a:r>
              <a:rPr lang="en-US" dirty="0">
                <a:latin typeface="League Spartan" pitchFamily="2" charset="0"/>
              </a:rPr>
              <a:t>&lt;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,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string</a:t>
            </a:r>
            <a:r>
              <a:rPr lang="en-US" dirty="0">
                <a:latin typeface="League Spartan" pitchFamily="2" charset="0"/>
              </a:rPr>
              <a:t>&gt; </a:t>
            </a:r>
            <a:r>
              <a:rPr lang="en-US" dirty="0" err="1">
                <a:latin typeface="League Spartan" pitchFamily="2" charset="0"/>
              </a:rPr>
              <a:t>numberNames</a:t>
            </a:r>
            <a:r>
              <a:rPr lang="en-US" dirty="0">
                <a:latin typeface="League Spartan" pitchFamily="2" charset="0"/>
              </a:rPr>
              <a:t> = new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Dictionary</a:t>
            </a:r>
            <a:r>
              <a:rPr lang="en-US" dirty="0">
                <a:latin typeface="League Spartan" pitchFamily="2" charset="0"/>
              </a:rPr>
              <a:t>&lt;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,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string</a:t>
            </a:r>
            <a:r>
              <a:rPr lang="en-US" dirty="0">
                <a:latin typeface="League Spartan" pitchFamily="2" charset="0"/>
              </a:rPr>
              <a:t>&gt;();</a:t>
            </a:r>
          </a:p>
        </p:txBody>
      </p:sp>
    </p:spTree>
    <p:extLst>
      <p:ext uri="{BB962C8B-B14F-4D97-AF65-F5344CB8AC3E}">
        <p14:creationId xmlns:p14="http://schemas.microsoft.com/office/powerpoint/2010/main" val="3614746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FE12D-4CE6-FABA-8371-622C6878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899F70-325A-BEC2-619F-B714B81DCD76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5CFEE5A-05EF-0A19-5CC6-05DCF3255A7B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52A2707-326E-A380-B6AC-9C8065A3648B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Syntax : Object Oriented Programming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4705186-7256-21B2-8B2A-9C52AC3116E5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EA4382-4883-CCF2-5F21-065699BB39A4}"/>
              </a:ext>
            </a:extLst>
          </p:cNvPr>
          <p:cNvSpPr txBox="1"/>
          <p:nvPr/>
        </p:nvSpPr>
        <p:spPr>
          <a:xfrm>
            <a:off x="685800" y="2699875"/>
            <a:ext cx="174018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public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class</a:t>
            </a:r>
            <a:r>
              <a:rPr lang="en-US" dirty="0">
                <a:latin typeface="League Spartan" pitchFamily="2" charset="0"/>
              </a:rPr>
              <a:t> Employee : Person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public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int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 err="1">
                <a:latin typeface="League Spartan" pitchFamily="2" charset="0"/>
              </a:rPr>
              <a:t>EmpId</a:t>
            </a:r>
            <a:r>
              <a:rPr lang="en-US" dirty="0">
                <a:latin typeface="League Spartan" pitchFamily="2" charset="0"/>
              </a:rPr>
              <a:t> { get; set;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public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string</a:t>
            </a:r>
            <a:r>
              <a:rPr lang="en-US" dirty="0">
                <a:latin typeface="League Spartan" pitchFamily="2" charset="0"/>
              </a:rPr>
              <a:t> Name { get; set;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//constructor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public</a:t>
            </a:r>
            <a:r>
              <a:rPr lang="en-US" dirty="0">
                <a:latin typeface="League Spartan" pitchFamily="2" charset="0"/>
              </a:rPr>
              <a:t> Employee(int id, string name) :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base</a:t>
            </a:r>
            <a:r>
              <a:rPr lang="en-US" dirty="0">
                <a:latin typeface="League Spartan" pitchFamily="2" charset="0"/>
              </a:rPr>
              <a:t>(name){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</a:t>
            </a:r>
            <a:r>
              <a:rPr lang="en-US" dirty="0" err="1">
                <a:latin typeface="League Spartan" pitchFamily="2" charset="0"/>
              </a:rPr>
              <a:t>this.EmpId</a:t>
            </a:r>
            <a:r>
              <a:rPr lang="en-US" dirty="0">
                <a:latin typeface="League Spartan" pitchFamily="2" charset="0"/>
              </a:rPr>
              <a:t> = id;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</a:t>
            </a:r>
            <a:r>
              <a:rPr lang="en-US" dirty="0" err="1">
                <a:latin typeface="League Spartan" pitchFamily="2" charset="0"/>
              </a:rPr>
              <a:t>this.Name</a:t>
            </a:r>
            <a:r>
              <a:rPr lang="en-US" dirty="0">
                <a:latin typeface="League Spartan" pitchFamily="2" charset="0"/>
              </a:rPr>
              <a:t> = name;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public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League Spartan" pitchFamily="2" charset="0"/>
              </a:rPr>
              <a:t>void</a:t>
            </a:r>
            <a:r>
              <a:rPr lang="en-US" dirty="0">
                <a:latin typeface="League Spartan" pitchFamily="2" charset="0"/>
              </a:rPr>
              <a:t> </a:t>
            </a:r>
            <a:r>
              <a:rPr lang="en-US" dirty="0" err="1">
                <a:latin typeface="League Spartan" pitchFamily="2" charset="0"/>
              </a:rPr>
              <a:t>DisplayEmpInfo</a:t>
            </a:r>
            <a:r>
              <a:rPr lang="en-US" dirty="0">
                <a:latin typeface="League Spartan" pitchFamily="2" charset="0"/>
              </a:rPr>
              <a:t>()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    </a:t>
            </a:r>
            <a:r>
              <a:rPr lang="en-US" dirty="0" err="1">
                <a:latin typeface="League Spartan" pitchFamily="2" charset="0"/>
              </a:rPr>
              <a:t>Console.WriteLine</a:t>
            </a:r>
            <a:r>
              <a:rPr lang="en-US" dirty="0">
                <a:latin typeface="League Spartan" pitchFamily="2" charset="0"/>
              </a:rPr>
              <a:t>(</a:t>
            </a:r>
            <a:r>
              <a:rPr lang="en-US" dirty="0" err="1">
                <a:latin typeface="League Spartan" pitchFamily="2" charset="0"/>
              </a:rPr>
              <a:t>this.EmpId</a:t>
            </a:r>
            <a:r>
              <a:rPr lang="en-US" dirty="0">
                <a:latin typeface="League Spartan" pitchFamily="2" charset="0"/>
              </a:rPr>
              <a:t> + " " </a:t>
            </a:r>
            <a:r>
              <a:rPr lang="en-US" dirty="0" err="1">
                <a:latin typeface="League Spartan" pitchFamily="2" charset="0"/>
              </a:rPr>
              <a:t>this.Name</a:t>
            </a:r>
            <a:r>
              <a:rPr lang="en-US" dirty="0">
                <a:latin typeface="League Spartan" pitchFamily="2" charset="0"/>
              </a:rPr>
              <a:t>);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7193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0E8A7-E58F-8903-0CBA-ADDB3533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11E774-72DF-73D0-8DC7-F74E3A310AC9}"/>
              </a:ext>
            </a:extLst>
          </p:cNvPr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D5FCC83-FCE4-1D31-7488-B4EC88C813C6}"/>
              </a:ext>
            </a:extLst>
          </p:cNvPr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C6D24E7-B29D-44AE-FE60-4D4603D3382B}"/>
              </a:ext>
            </a:extLst>
          </p:cNvPr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Razor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22F2EB7-5078-A0F0-C641-6CCD97467CD0}"/>
              </a:ext>
            </a:extLst>
          </p:cNvPr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Introduction to Templating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FACF6DA-FD8C-BA55-F570-BD7861FC419F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809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FFBAB-AFD9-AB18-689F-47A884210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4C3743-492B-A582-31F2-701FEF79BFF7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626A36F-DC12-DD77-19BF-2E2ECCD9EDAE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7EB823C-60BC-2FEB-43D7-B70CF8953E78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What is it 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B904D04-435F-B77C-8D95-5A0FA4471C46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DBF993-11E5-E56E-1AD9-29269BDECF17}"/>
              </a:ext>
            </a:extLst>
          </p:cNvPr>
          <p:cNvSpPr txBox="1"/>
          <p:nvPr/>
        </p:nvSpPr>
        <p:spPr>
          <a:xfrm>
            <a:off x="685800" y="2699875"/>
            <a:ext cx="17401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Razor is a Template Engine. It’s mean it’s use to create html file dynamically from </a:t>
            </a:r>
            <a:r>
              <a:rPr lang="en-US" dirty="0" err="1">
                <a:latin typeface="League Spartan" pitchFamily="2" charset="0"/>
              </a:rPr>
              <a:t>ASP.Net</a:t>
            </a:r>
            <a:r>
              <a:rPr lang="en-US" dirty="0">
                <a:latin typeface="League Spartan" pitchFamily="2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Razor use </a:t>
            </a:r>
            <a:r>
              <a:rPr lang="en-US" dirty="0" err="1">
                <a:latin typeface="League Spartan" pitchFamily="2" charset="0"/>
              </a:rPr>
              <a:t>cshtml</a:t>
            </a:r>
            <a:r>
              <a:rPr lang="en-US" dirty="0">
                <a:latin typeface="League Spartan" pitchFamily="2" charset="0"/>
              </a:rPr>
              <a:t> file ( for C# HTML)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The language use tags @ to operate.</a:t>
            </a:r>
          </a:p>
        </p:txBody>
      </p:sp>
    </p:spTree>
    <p:extLst>
      <p:ext uri="{BB962C8B-B14F-4D97-AF65-F5344CB8AC3E}">
        <p14:creationId xmlns:p14="http://schemas.microsoft.com/office/powerpoint/2010/main" val="3676409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9E6EE-C602-D8CA-3A47-EE660E2CD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2E6564-E518-B39D-FE27-919B17402F50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3A871D6-37BA-3D44-856D-D6496D928A72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641A16E-37DF-4146-07C5-8F125D2CB992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Define variable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8BAF8-DD20-CCF3-BF20-AC7AAC2CA0F8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61BD4-001A-0BDE-E3D4-11D9986F481E}"/>
              </a:ext>
            </a:extLst>
          </p:cNvPr>
          <p:cNvSpPr txBox="1"/>
          <p:nvPr/>
        </p:nvSpPr>
        <p:spPr>
          <a:xfrm>
            <a:off x="685800" y="2699875"/>
            <a:ext cx="17401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@{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    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string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League Spartan" pitchFamily="2" charset="0"/>
              </a:rPr>
              <a:t>helloWorldMsg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= </a:t>
            </a:r>
            <a:r>
              <a:rPr lang="fr-FR" b="0" i="0" dirty="0">
                <a:solidFill>
                  <a:srgbClr val="A31515"/>
                </a:solidFill>
                <a:effectLst/>
                <a:latin typeface="League Spartan" pitchFamily="2" charset="0"/>
              </a:rPr>
              <a:t>"Hello, world!"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;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}</a:t>
            </a:r>
            <a:endParaRPr lang="en-US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120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2893E-92E8-78D3-E755-87DD5BE0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5135FF-BC54-9AFC-6BDF-09932963AF0C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980A62F-E990-4EBE-2F24-76360E1A2B85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DA1DA70-3477-5929-89C1-F41216A37BB3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If/else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E2D8814-5E29-6F3D-4738-4FC09E115AEE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28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277215-10A1-BBC3-AD19-A150398D5476}"/>
              </a:ext>
            </a:extLst>
          </p:cNvPr>
          <p:cNvSpPr txBox="1"/>
          <p:nvPr/>
        </p:nvSpPr>
        <p:spPr>
          <a:xfrm>
            <a:off x="685800" y="2699875"/>
            <a:ext cx="174018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@if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(DateTime.Now.Year &gt;= 2042)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{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    </a:t>
            </a: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&lt;span&gt;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The year 2042 has </a:t>
            </a: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finally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arrived!</a:t>
            </a: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&lt;/span&gt;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}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else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{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    </a:t>
            </a: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&lt;span&gt;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We</a:t>
            </a:r>
            <a:r>
              <a:rPr lang="en-US" b="0" i="0" dirty="0">
                <a:solidFill>
                  <a:srgbClr val="A31515"/>
                </a:solidFill>
                <a:effectLst/>
                <a:latin typeface="League Spartan" pitchFamily="2" charset="0"/>
              </a:rPr>
              <a:t>'re still waiting for the year of 2042...</a:t>
            </a: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&lt;/span&gt;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}</a:t>
            </a:r>
            <a:endParaRPr lang="en-US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795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BCDF6-FDCD-9530-0BCB-D1D2D441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4F1B93-FA31-4505-A700-C21CD61EA71D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976123A-0AD3-10B5-6BE3-9345D094904E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F46022C-1A61-95EE-C32E-BA64C98F9644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Loop : For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92F7183-AC84-356E-3F40-77B504D5C164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29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B2474-CC19-A613-0A4F-4970BEF6041E}"/>
              </a:ext>
            </a:extLst>
          </p:cNvPr>
          <p:cNvSpPr txBox="1"/>
          <p:nvPr/>
        </p:nvSpPr>
        <p:spPr>
          <a:xfrm>
            <a:off x="685800" y="2699875"/>
            <a:ext cx="174018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</a:t>
            </a:r>
            <a:r>
              <a:rPr lang="fr-FR" b="0" i="0" dirty="0" err="1">
                <a:solidFill>
                  <a:srgbClr val="0000FF"/>
                </a:solidFill>
                <a:effectLst/>
                <a:latin typeface="League Spartan" pitchFamily="2" charset="0"/>
              </a:rPr>
              <a:t>ul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&gt;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@for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(</a:t>
            </a:r>
            <a:r>
              <a:rPr lang="fr-FR" b="0" i="0" dirty="0" err="1">
                <a:solidFill>
                  <a:srgbClr val="0000FF"/>
                </a:solidFill>
                <a:effectLst/>
                <a:latin typeface="League Spartan" pitchFamily="2" charset="0"/>
              </a:rPr>
              <a:t>int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i = 0; i &lt;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League Spartan" pitchFamily="2" charset="0"/>
              </a:rPr>
              <a:t>names.Count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; i++)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{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&lt;li&gt;@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names[i]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&lt;/li&gt;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}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&lt;/</a:t>
            </a:r>
            <a:r>
              <a:rPr lang="fr-FR" b="0" i="0" dirty="0" err="1">
                <a:solidFill>
                  <a:srgbClr val="0000FF"/>
                </a:solidFill>
                <a:effectLst/>
                <a:latin typeface="League Spartan" pitchFamily="2" charset="0"/>
              </a:rPr>
              <a:t>ul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&gt;</a:t>
            </a:r>
            <a:endParaRPr lang="en-US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814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462A57-D786-375E-7BC1-A7D9D6E53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BDFF51-B8EF-E15B-9B95-E9CBA8D04D9C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FC59B8D-9E1B-7BAA-3A42-68AE27E5C6F7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D13FEA-5394-7740-4FC9-210F429C309A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Loop : Foreach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2985815-3909-1908-3971-01EC258D2FB4}"/>
              </a:ext>
            </a:extLst>
          </p:cNvPr>
          <p:cNvSpPr txBox="1"/>
          <p:nvPr/>
        </p:nvSpPr>
        <p:spPr>
          <a:xfrm>
            <a:off x="9144000" y="9499792"/>
            <a:ext cx="685800" cy="477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510F3-1711-7728-4F4C-4E8FD0E366C7}"/>
              </a:ext>
            </a:extLst>
          </p:cNvPr>
          <p:cNvSpPr txBox="1"/>
          <p:nvPr/>
        </p:nvSpPr>
        <p:spPr>
          <a:xfrm>
            <a:off x="685800" y="2699875"/>
            <a:ext cx="174018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</a:t>
            </a:r>
            <a:r>
              <a:rPr lang="fr-FR" b="0" i="0" dirty="0" err="1">
                <a:solidFill>
                  <a:srgbClr val="0000FF"/>
                </a:solidFill>
                <a:effectLst/>
                <a:latin typeface="League Spartan" pitchFamily="2" charset="0"/>
              </a:rPr>
              <a:t>ul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&gt;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@foreach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(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string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League Spartan" pitchFamily="2" charset="0"/>
              </a:rPr>
              <a:t>name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in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League Spartan" pitchFamily="2" charset="0"/>
              </a:rPr>
              <a:t>names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)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{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&lt;li&gt;@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name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&lt;/li&gt;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}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&lt;/</a:t>
            </a:r>
            <a:r>
              <a:rPr lang="fr-FR" b="0" i="0" dirty="0" err="1">
                <a:solidFill>
                  <a:srgbClr val="0000FF"/>
                </a:solidFill>
                <a:effectLst/>
                <a:latin typeface="League Spartan" pitchFamily="2" charset="0"/>
              </a:rPr>
              <a:t>ul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&gt;</a:t>
            </a:r>
            <a:endParaRPr lang="en-US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345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9F404-0DA1-B555-425E-046D6DBF8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D572D0-1200-7F3A-C13E-21925C173158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E63B135-98BA-E309-C113-DF4FC5731167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AD5B323-CE51-E0A1-C8E4-C09BD6E40D3A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Loop : While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5672544-FBBC-D5F0-89EF-F300C1FCFE87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CC79F-3E3E-B11C-292B-9B399F77656B}"/>
              </a:ext>
            </a:extLst>
          </p:cNvPr>
          <p:cNvSpPr txBox="1"/>
          <p:nvPr/>
        </p:nvSpPr>
        <p:spPr>
          <a:xfrm>
            <a:off x="685800" y="2699875"/>
            <a:ext cx="174018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League Spartan" pitchFamily="2" charset="0"/>
              </a:rPr>
              <a:t>ul</a:t>
            </a: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&gt;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@{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counter = 0;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}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@while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(counter &lt;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eague Spartan" pitchFamily="2" charset="0"/>
              </a:rPr>
              <a:t>names.Count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)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{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&lt;li&gt;@</a:t>
            </a:r>
            <a:r>
              <a:rPr lang="en-US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names[counter++]</a:t>
            </a: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&lt;/li&gt;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}</a:t>
            </a:r>
            <a:br>
              <a:rPr lang="en-US" dirty="0">
                <a:latin typeface="League Spartan" pitchFamily="2" charset="0"/>
              </a:rPr>
            </a:b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&lt;/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League Spartan" pitchFamily="2" charset="0"/>
              </a:rPr>
              <a:t>ul</a:t>
            </a:r>
            <a:r>
              <a:rPr lang="en-US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&gt;</a:t>
            </a:r>
            <a:endParaRPr lang="en-US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623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FD8A9-8C35-18D9-B2B0-BC500CBAC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45544F-8D14-74DF-E5CD-FE4BD939F187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559FACA-2C55-5E99-3B99-AC98E7EB25FA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2547012-CC0C-97DD-EA33-5441DDF75D06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Local Functions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0676776-1002-7C06-D4C6-73CDDB52AA61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EABF1-D868-DF7D-5830-E60475392518}"/>
              </a:ext>
            </a:extLst>
          </p:cNvPr>
          <p:cNvSpPr txBox="1"/>
          <p:nvPr/>
        </p:nvSpPr>
        <p:spPr>
          <a:xfrm>
            <a:off x="685800" y="2699875"/>
            <a:ext cx="174018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@{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    </a:t>
            </a:r>
            <a:r>
              <a:rPr lang="fr-FR" b="0" i="0" dirty="0" err="1">
                <a:solidFill>
                  <a:srgbClr val="0000FF"/>
                </a:solidFill>
                <a:effectLst/>
                <a:latin typeface="League Spartan" pitchFamily="2" charset="0"/>
              </a:rPr>
              <a:t>void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lang="fr-FR" b="0" i="0" dirty="0" err="1">
                <a:solidFill>
                  <a:srgbClr val="A31515"/>
                </a:solidFill>
                <a:effectLst/>
                <a:latin typeface="League Spartan" pitchFamily="2" charset="0"/>
              </a:rPr>
              <a:t>RenderUserInfo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(User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League Spartan" pitchFamily="2" charset="0"/>
              </a:rPr>
              <a:t>user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)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    {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&lt;div </a:t>
            </a:r>
            <a:r>
              <a:rPr lang="fr-FR" b="0" i="0" dirty="0">
                <a:solidFill>
                  <a:srgbClr val="FF0000"/>
                </a:solidFill>
                <a:effectLst/>
                <a:latin typeface="League Spartan" pitchFamily="2" charset="0"/>
              </a:rPr>
              <a:t>class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=</a:t>
            </a:r>
            <a:r>
              <a:rPr lang="fr-FR" b="0" i="0" dirty="0">
                <a:solidFill>
                  <a:srgbClr val="A31515"/>
                </a:solidFill>
                <a:effectLst/>
                <a:latin typeface="League Spartan" pitchFamily="2" charset="0"/>
              </a:rPr>
              <a:t>"user-info"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&gt;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    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@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user.LastName, 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@</a:t>
            </a: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user.FirstName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&lt;/div&gt;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    </a:t>
            </a:r>
            <a:r>
              <a:rPr lang="fr-FR" b="0" i="0" dirty="0">
                <a:solidFill>
                  <a:srgbClr val="0000FF"/>
                </a:solidFill>
                <a:effectLst/>
                <a:latin typeface="League Spartan" pitchFamily="2" charset="0"/>
              </a:rPr>
              <a:t>}</a:t>
            </a:r>
            <a:br>
              <a:rPr lang="fr-FR" dirty="0">
                <a:latin typeface="League Spartan" pitchFamily="2" charset="0"/>
              </a:rPr>
            </a:br>
            <a:r>
              <a:rPr lang="fr-FR" b="0" i="0" dirty="0">
                <a:solidFill>
                  <a:srgbClr val="000000"/>
                </a:solidFill>
                <a:effectLst/>
                <a:latin typeface="League Spartan" pitchFamily="2" charset="0"/>
              </a:rPr>
              <a:t>}</a:t>
            </a:r>
            <a:endParaRPr lang="en-US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507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75371-8A38-703E-6C02-10236C593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ED5993-2839-9790-F247-6E52FFE937C3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3C177EB-4BC1-6298-4D8F-9648002E113E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B25C1BF-9995-D089-1628-A695598D960E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View Data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7CAB418-7E43-6687-91FF-21B53D68CEA6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4E2A02-79A1-ED37-A466-7444EB2F90A9}"/>
              </a:ext>
            </a:extLst>
          </p:cNvPr>
          <p:cNvSpPr txBox="1"/>
          <p:nvPr/>
        </p:nvSpPr>
        <p:spPr>
          <a:xfrm>
            <a:off x="685800" y="2699875"/>
            <a:ext cx="174018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The </a:t>
            </a:r>
            <a:r>
              <a:rPr lang="en-US" dirty="0" err="1">
                <a:latin typeface="League Spartan" pitchFamily="2" charset="0"/>
              </a:rPr>
              <a:t>ViewData</a:t>
            </a:r>
            <a:r>
              <a:rPr lang="en-US" dirty="0">
                <a:latin typeface="League Spartan" pitchFamily="2" charset="0"/>
              </a:rPr>
              <a:t> is a variable (data structure) used to pass data to the Razor View.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@page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@model </a:t>
            </a:r>
            <a:r>
              <a:rPr lang="en-US" dirty="0" err="1">
                <a:latin typeface="League Spartan" pitchFamily="2" charset="0"/>
              </a:rPr>
              <a:t>IndexModel</a:t>
            </a: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@{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    var book = (Book)</a:t>
            </a:r>
            <a:r>
              <a:rPr lang="en-US" dirty="0" err="1">
                <a:latin typeface="League Spartan" pitchFamily="2" charset="0"/>
              </a:rPr>
              <a:t>ViewData</a:t>
            </a:r>
            <a:r>
              <a:rPr lang="en-US" dirty="0">
                <a:latin typeface="League Spartan" pitchFamily="2" charset="0"/>
              </a:rPr>
              <a:t>["</a:t>
            </a:r>
            <a:r>
              <a:rPr lang="en-US" dirty="0" err="1">
                <a:latin typeface="League Spartan" pitchFamily="2" charset="0"/>
              </a:rPr>
              <a:t>MyComplexObject</a:t>
            </a:r>
            <a:r>
              <a:rPr lang="en-US" dirty="0">
                <a:latin typeface="League Spartan" pitchFamily="2" charset="0"/>
              </a:rPr>
              <a:t>"];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&lt;h2&gt;@book.Title&lt;/h2&gt;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&lt;p&gt;@book.Author.Name&lt;/p&gt;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&lt;p&gt;@book.Price&lt;/p&gt;</a:t>
            </a:r>
          </a:p>
        </p:txBody>
      </p:sp>
    </p:spTree>
    <p:extLst>
      <p:ext uri="{BB962C8B-B14F-4D97-AF65-F5344CB8AC3E}">
        <p14:creationId xmlns:p14="http://schemas.microsoft.com/office/powerpoint/2010/main" val="3013634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B9AA6-7F95-98DA-CA0F-6848EF18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40CC279-115C-A811-A0CB-2D36249492CC}"/>
              </a:ext>
            </a:extLst>
          </p:cNvPr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134A4DF-3A80-AEB4-2341-4D6EB35FA338}"/>
              </a:ext>
            </a:extLst>
          </p:cNvPr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1D91E4E-5174-93E8-85AE-78329DF8354D}"/>
              </a:ext>
            </a:extLst>
          </p:cNvPr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Entity Framework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C37F465-E15B-AEB8-C1A6-97C101681DE0}"/>
              </a:ext>
            </a:extLst>
          </p:cNvPr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Database to Objects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6D2CE117-5995-28A2-B90D-2E1B48E1C9BE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485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D12508-7FC7-02F3-C135-608580515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EDEAF7-3593-7441-EDFA-29585B087C5D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EF264F1-0713-B6BD-91BF-43138F534864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A0551E6-A35F-4ACF-93BD-AE966FF2E874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How to install 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A91D2C2-A6BA-4A70-5D18-19BFFB9B3D8C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A29CD-3643-5893-0DDB-12BCFEE35F97}"/>
              </a:ext>
            </a:extLst>
          </p:cNvPr>
          <p:cNvSpPr txBox="1"/>
          <p:nvPr/>
        </p:nvSpPr>
        <p:spPr>
          <a:xfrm>
            <a:off x="685800" y="2699875"/>
            <a:ext cx="174018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eague Spartan" pitchFamily="2" charset="0"/>
              </a:rPr>
              <a:t>Use the nugget manager to install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League Spartan" pitchFamily="2" charset="0"/>
              </a:rPr>
              <a:t>Microsoft.EntityFrameworkCore</a:t>
            </a: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League Spartan" pitchFamily="2" charset="0"/>
              </a:rPr>
              <a:t>Microsoft.EntityFrameworkCore.SqlServer</a:t>
            </a:r>
            <a:endParaRPr lang="en-US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League Spartan" pitchFamily="2" charset="0"/>
              </a:rPr>
              <a:t>Mysql.EntityFrameworkCore</a:t>
            </a:r>
            <a:br>
              <a:rPr lang="en-US" dirty="0">
                <a:latin typeface="League Spartan" pitchFamily="2" charset="0"/>
              </a:rPr>
            </a:br>
            <a:br>
              <a:rPr lang="en-US" dirty="0">
                <a:latin typeface="League Spartan" pitchFamily="2" charset="0"/>
              </a:rPr>
            </a:br>
            <a:r>
              <a:rPr lang="en-US" dirty="0">
                <a:latin typeface="League Spartan" pitchFamily="2" charset="0"/>
              </a:rPr>
              <a:t>You need a SQL DB.</a:t>
            </a:r>
          </a:p>
        </p:txBody>
      </p:sp>
    </p:spTree>
    <p:extLst>
      <p:ext uri="{BB962C8B-B14F-4D97-AF65-F5344CB8AC3E}">
        <p14:creationId xmlns:p14="http://schemas.microsoft.com/office/powerpoint/2010/main" val="41482254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3DD9D-9737-1706-2A3C-B7589A13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819130-2599-D270-F362-BEB3FD61D0B8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3C79552-BE56-7604-B388-66F4F388BCAA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27A8D34-9180-6343-FE6E-62010140FCBA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Create the Model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C2695D-F828-FB4D-AD11-ECB850C552AE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8C255-C799-DA07-CAA9-3E0F00304C9E}"/>
              </a:ext>
            </a:extLst>
          </p:cNvPr>
          <p:cNvSpPr txBox="1"/>
          <p:nvPr/>
        </p:nvSpPr>
        <p:spPr>
          <a:xfrm>
            <a:off x="685800" y="2699875"/>
            <a:ext cx="17401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League Spartan" pitchFamily="2" charset="0"/>
              </a:rPr>
              <a:t>Create a Class Post with attribute corresponding to your database table posts.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League Spartan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BDB55-4910-0144-59BA-5C352492E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908163"/>
            <a:ext cx="7312670" cy="459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863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13AFC-F46F-9D9A-6F06-9D273B98E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76B1EF-54B7-D44D-CCAF-068C2D65A573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687C8B9-8AD3-08AB-1E25-1039E1D247EA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B935309-E596-44DE-9345-7497946A9802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Create the context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46AC6ED-2A18-C81A-595B-D24DC905960A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543984-69CE-5801-7085-D076087190D4}"/>
              </a:ext>
            </a:extLst>
          </p:cNvPr>
          <p:cNvSpPr txBox="1"/>
          <p:nvPr/>
        </p:nvSpPr>
        <p:spPr>
          <a:xfrm>
            <a:off x="685800" y="2699875"/>
            <a:ext cx="17401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League Spartan" pitchFamily="2" charset="0"/>
              </a:rPr>
              <a:t>Create a Context to connect and pull the database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League Spartan" pitchFamily="2" charset="0"/>
            </a:endParaRP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D305D3F6-78DA-98D0-2B10-D9B779149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824" y="3584252"/>
            <a:ext cx="9706426" cy="475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733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1FB025-1502-86C3-288D-9A3F9FC84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746923-FBB9-F8F2-02F5-06ABDB88D488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0828ACC-4298-7C94-3A8D-79E1DEE42B4A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202D4A3-F15E-6930-CF93-BDAD9A1C8E6B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CRUD Operations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07367D1-72F1-7946-EB4E-F691BCC622E5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4B8DB5-4A5C-60D3-421A-E4E3826BF06F}"/>
              </a:ext>
            </a:extLst>
          </p:cNvPr>
          <p:cNvSpPr txBox="1"/>
          <p:nvPr/>
        </p:nvSpPr>
        <p:spPr>
          <a:xfrm>
            <a:off x="685800" y="2699875"/>
            <a:ext cx="174018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League Spartan" pitchFamily="2" charset="0"/>
              </a:rPr>
              <a:t>CRUD Operations are Basic Operations with Database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League Spartan" pitchFamily="2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League Spartan" pitchFamily="2" charset="0"/>
              </a:rPr>
              <a:t>Create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League Spartan" pitchFamily="2" charset="0"/>
              </a:rPr>
              <a:t>Request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League Spartan" pitchFamily="2" charset="0"/>
              </a:rPr>
              <a:t>Update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League Spartan" pitchFamily="2" charset="0"/>
              </a:rPr>
              <a:t>Delete</a:t>
            </a:r>
            <a:br>
              <a:rPr lang="en-GB" dirty="0">
                <a:latin typeface="League Spartan" pitchFamily="2" charset="0"/>
              </a:rPr>
            </a:br>
            <a:endParaRPr lang="en-GB" dirty="0">
              <a:latin typeface="League Spartan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8581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981DA-4E03-8AA2-E746-BA3A55454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B4D38B-E735-4DC3-94FB-AA0EDB2A9E54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072805B-2796-7DB0-678B-E0E0598B3358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823FFB2-4EE0-C107-0A40-E391312170B5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Crud Operations : Select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9590C13-8016-9671-3E52-5BEF52014559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39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ED41EE-D5E0-9B56-D206-A8B8B0A19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0840" y="3580748"/>
            <a:ext cx="6983116" cy="14311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BlogContext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context.Posts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latin typeface="Consolas" panose="020B0609020204030204" pitchFamily="49" charset="0"/>
              </a:rPr>
              <a:t>	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 =&gt;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p.title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"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latin typeface="Consolas" panose="020B0609020204030204" pitchFamily="49" charset="0"/>
              </a:rPr>
              <a:t>	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FirstOrDefault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1D0462-1556-33D6-E9B9-3542565C7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865198"/>
            <a:ext cx="5238174" cy="11541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using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(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var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context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=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new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League Spartan" pitchFamily="2" charset="0"/>
              </a:rPr>
              <a:t>BlogContext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())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var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posts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=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context.Posts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latin typeface="League Spartan" pitchFamily="2" charset="0"/>
              </a:rPr>
              <a:t>	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.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ToList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()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}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ague Spartan" pitchFamily="2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F9B8A5-7BCA-FFF3-8C9B-8D11024EC85A}"/>
              </a:ext>
            </a:extLst>
          </p:cNvPr>
          <p:cNvSpPr txBox="1"/>
          <p:nvPr/>
        </p:nvSpPr>
        <p:spPr>
          <a:xfrm>
            <a:off x="2133600" y="2752339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Select All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8F2A9D-CC12-AD10-CDFB-612271D3A361}"/>
              </a:ext>
            </a:extLst>
          </p:cNvPr>
          <p:cNvSpPr txBox="1"/>
          <p:nvPr/>
        </p:nvSpPr>
        <p:spPr>
          <a:xfrm>
            <a:off x="9525000" y="2734182"/>
            <a:ext cx="238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eague Spartan" pitchFamily="2" charset="0"/>
              </a:rPr>
              <a:t>Where Clause (Line-Q)</a:t>
            </a:r>
            <a:endParaRPr lang="fr-FR" dirty="0"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1364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86761-B379-0B49-BF01-43FAB9F8F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54139E8-669D-50A7-0758-0F66D9B44724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98DEB96-90FC-64BB-91CF-BCC8ED14BF18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C96B19E-ED5C-DA00-35A1-B8341AC5BA3C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Crud Operations : Update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181B3C8-ADDD-B21C-37B0-6FACFB3DFC55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84B3E-C36D-F98F-D69E-DC004473A1B5}"/>
              </a:ext>
            </a:extLst>
          </p:cNvPr>
          <p:cNvSpPr txBox="1"/>
          <p:nvPr/>
        </p:nvSpPr>
        <p:spPr>
          <a:xfrm>
            <a:off x="685800" y="2699875"/>
            <a:ext cx="174018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using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(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var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context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=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new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League Spartan" pitchFamily="2" charset="0"/>
              </a:rPr>
              <a:t>BlogContext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())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post.title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="New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Title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"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latin typeface="League Spartan" pitchFamily="2" charset="0"/>
              </a:rPr>
              <a:t> </a:t>
            </a:r>
            <a:r>
              <a:rPr lang="fr-FR" altLang="fr-FR" dirty="0" err="1">
                <a:latin typeface="League Spartan" pitchFamily="2" charset="0"/>
              </a:rPr>
              <a:t>context.Posts.AddOrUpdate</a:t>
            </a:r>
            <a:r>
              <a:rPr lang="fr-FR" altLang="fr-FR" dirty="0">
                <a:latin typeface="League Spartan" pitchFamily="2" charset="0"/>
              </a:rPr>
              <a:t>(post);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latin typeface="League Spartan" pitchFamily="2" charset="0"/>
              </a:rPr>
              <a:t> </a:t>
            </a:r>
            <a:r>
              <a:rPr lang="fr-FR" altLang="fr-FR" dirty="0" err="1">
                <a:latin typeface="League Spartan" pitchFamily="2" charset="0"/>
              </a:rPr>
              <a:t>context.SaveChanges</a:t>
            </a:r>
            <a:r>
              <a:rPr lang="fr-FR" altLang="fr-FR" dirty="0">
                <a:latin typeface="League Spartan" pitchFamily="2" charset="0"/>
              </a:rPr>
              <a:t>();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}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ague Spartan" pitchFamily="2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dirty="0">
              <a:latin typeface="League Spartan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ague Spartan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dirty="0">
              <a:latin typeface="League Spartan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using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(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var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context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=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new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League Spartan" pitchFamily="2" charset="0"/>
              </a:rPr>
              <a:t>BlogContext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())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latin typeface="League Spartan" pitchFamily="2" charset="0"/>
              </a:rPr>
              <a:t>	</a:t>
            </a:r>
            <a:r>
              <a:rPr lang="fr-FR" altLang="fr-FR" dirty="0" err="1">
                <a:latin typeface="League Spartan" pitchFamily="2" charset="0"/>
              </a:rPr>
              <a:t>context</a:t>
            </a:r>
            <a:r>
              <a:rPr lang="fr-FR" altLang="fr-FR" dirty="0">
                <a:latin typeface="League Spartan" pitchFamily="2" charset="0"/>
              </a:rPr>
              <a:t>.</a:t>
            </a:r>
            <a:r>
              <a:rPr lang="en-US" altLang="fr-FR" dirty="0" err="1">
                <a:latin typeface="League Spartan" pitchFamily="2" charset="0"/>
              </a:rPr>
              <a:t>RemoveRange</a:t>
            </a:r>
            <a:r>
              <a:rPr lang="en-US" altLang="fr-FR" dirty="0">
                <a:latin typeface="League Spartan" pitchFamily="2" charset="0"/>
              </a:rPr>
              <a:t>(</a:t>
            </a:r>
            <a:r>
              <a:rPr lang="en-US" altLang="fr-FR" dirty="0" err="1">
                <a:latin typeface="League Spartan" pitchFamily="2" charset="0"/>
              </a:rPr>
              <a:t>db.Posts.Where</a:t>
            </a:r>
            <a:r>
              <a:rPr lang="en-US" altLang="fr-FR" dirty="0">
                <a:latin typeface="League Spartan" pitchFamily="2" charset="0"/>
              </a:rPr>
              <a:t>(x =&gt; </a:t>
            </a:r>
            <a:r>
              <a:rPr lang="en-US" altLang="fr-FR" dirty="0" err="1">
                <a:latin typeface="League Spartan" pitchFamily="2" charset="0"/>
              </a:rPr>
              <a:t>x.title</a:t>
            </a:r>
            <a:r>
              <a:rPr lang="en-US" altLang="fr-FR" dirty="0">
                <a:latin typeface="League Spartan" pitchFamily="2" charset="0"/>
              </a:rPr>
              <a:t> == "title"));</a:t>
            </a:r>
            <a:endParaRPr lang="fr-FR" altLang="fr-FR" dirty="0">
              <a:latin typeface="League Spartan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}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ague Spartan" pitchFamily="2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766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E8299-B94F-B1E8-473C-B5296C044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2B5668-160F-71D5-C6B9-11A5D3FD6FC4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FC11B33-3C31-F301-562E-725597AE528B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F69E3E5-95E5-F6F9-44E4-3041623BF22F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Crud Operations : Delete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B45127D-B3EB-5F81-6DEE-B0F33F5CB4E6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 dirty="0">
                <a:solidFill>
                  <a:srgbClr val="000000"/>
                </a:solidFill>
                <a:latin typeface="League Spartan"/>
              </a:rPr>
              <a:t>41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C429C8-E893-5942-BCED-51F8C7E8B9EA}"/>
              </a:ext>
            </a:extLst>
          </p:cNvPr>
          <p:cNvSpPr txBox="1"/>
          <p:nvPr/>
        </p:nvSpPr>
        <p:spPr>
          <a:xfrm>
            <a:off x="685800" y="2699875"/>
            <a:ext cx="174018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using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(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var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context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=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new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League Spartan" pitchFamily="2" charset="0"/>
              </a:rPr>
              <a:t>BlogContext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())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var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post =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League Spartan" pitchFamily="2" charset="0"/>
              </a:rPr>
              <a:t>new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League Spartan" pitchFamily="2" charset="0"/>
              </a:rPr>
              <a:t>Post</a:t>
            </a:r>
            <a:r>
              <a:rPr lang="fr-FR" altLang="fr-FR" sz="1800" dirty="0">
                <a:latin typeface="League Spartan" pitchFamily="2" charset="0"/>
              </a:rPr>
              <a:t>{id=1}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eague Spartan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800" dirty="0">
                <a:latin typeface="League Spartan" pitchFamily="2" charset="0"/>
              </a:rPr>
              <a:t> </a:t>
            </a:r>
            <a:r>
              <a:rPr lang="fr-FR" altLang="fr-FR" sz="1800" dirty="0" err="1">
                <a:latin typeface="League Spartan" pitchFamily="2" charset="0"/>
              </a:rPr>
              <a:t>context.Posts.Attach</a:t>
            </a:r>
            <a:r>
              <a:rPr lang="fr-FR" altLang="fr-FR" sz="1800" dirty="0">
                <a:latin typeface="League Spartan" pitchFamily="2" charset="0"/>
              </a:rPr>
              <a:t>(post);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1800" dirty="0">
                <a:latin typeface="League Spartan" pitchFamily="2" charset="0"/>
              </a:rPr>
              <a:t> </a:t>
            </a:r>
            <a:r>
              <a:rPr lang="fr-FR" altLang="fr-FR" sz="1800" dirty="0" err="1">
                <a:latin typeface="League Spartan" pitchFamily="2" charset="0"/>
              </a:rPr>
              <a:t>context.Posts.Remove</a:t>
            </a:r>
            <a:r>
              <a:rPr lang="fr-FR" altLang="fr-FR" sz="1800" dirty="0">
                <a:latin typeface="League Spartan" pitchFamily="2" charset="0"/>
              </a:rPr>
              <a:t>(post);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800" dirty="0">
                <a:latin typeface="League Spartan" pitchFamily="2" charset="0"/>
              </a:rPr>
              <a:t> </a:t>
            </a:r>
            <a:r>
              <a:rPr lang="fr-FR" altLang="fr-FR" sz="1800" dirty="0" err="1">
                <a:latin typeface="League Spartan" pitchFamily="2" charset="0"/>
              </a:rPr>
              <a:t>context.SaveChanges</a:t>
            </a:r>
            <a:r>
              <a:rPr lang="fr-FR" altLang="fr-FR" sz="1800" dirty="0">
                <a:latin typeface="League Spartan" pitchFamily="2" charset="0"/>
              </a:rPr>
              <a:t>();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eague Spartan" pitchFamily="2" charset="0"/>
              </a:rPr>
              <a:t>}</a:t>
            </a: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eague Spartan" pitchFamily="2" charset="0"/>
              </a:rPr>
              <a:t> </a:t>
            </a:r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ague Spart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6600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7EBFA-8BD1-967B-20DB-CC4644EAF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4BC905-2675-8E44-38D0-F5E7BD0B68D4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AFE872A-2323-04BA-5EA9-E3AA091BD009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0DA9774-2C5C-D68E-93BB-B0345216E10E}"/>
              </a:ext>
            </a:extLst>
          </p:cNvPr>
          <p:cNvSpPr txBox="1"/>
          <p:nvPr/>
        </p:nvSpPr>
        <p:spPr>
          <a:xfrm>
            <a:off x="473074" y="570491"/>
            <a:ext cx="151479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League Spartan"/>
              </a:rPr>
              <a:t>Relations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10DA3AA-5627-58F2-F04F-CF69ED204B85}"/>
              </a:ext>
            </a:extLst>
          </p:cNvPr>
          <p:cNvSpPr txBox="1"/>
          <p:nvPr/>
        </p:nvSpPr>
        <p:spPr>
          <a:xfrm>
            <a:off x="9065270" y="9499792"/>
            <a:ext cx="30733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000">
                <a:solidFill>
                  <a:srgbClr val="000000"/>
                </a:solidFill>
                <a:latin typeface="League Spartan"/>
              </a:rPr>
              <a:t>42</a:t>
            </a:r>
            <a:endParaRPr lang="en-US" sz="20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D840D-7A55-6C66-F53C-3392D4FA665F}"/>
              </a:ext>
            </a:extLst>
          </p:cNvPr>
          <p:cNvSpPr txBox="1"/>
          <p:nvPr/>
        </p:nvSpPr>
        <p:spPr>
          <a:xfrm>
            <a:off x="685800" y="2699875"/>
            <a:ext cx="1740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Relations can be automatically created based one your model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E1E83E6-A0D3-E795-FC6C-360E7642E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7" y="4130379"/>
            <a:ext cx="15738726" cy="477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5532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Questions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Ask them all !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962D1B6-09A0-DE80-8A5A-13AA6C3C393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074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19BD98196BF6448D688927989EA911" ma:contentTypeVersion="5" ma:contentTypeDescription="Crée un document." ma:contentTypeScope="" ma:versionID="acce70141d18b95d58db09764113ea70">
  <xsd:schema xmlns:xsd="http://www.w3.org/2001/XMLSchema" xmlns:xs="http://www.w3.org/2001/XMLSchema" xmlns:p="http://schemas.microsoft.com/office/2006/metadata/properties" xmlns:ns3="8a533b7f-d1b2-4732-8c65-60187aae0641" targetNamespace="http://schemas.microsoft.com/office/2006/metadata/properties" ma:root="true" ma:fieldsID="038cf83997e8f044674cfcb84a747881" ns3:_="">
    <xsd:import namespace="8a533b7f-d1b2-4732-8c65-60187aae064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533b7f-d1b2-4732-8c65-60187aae06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533b7f-d1b2-4732-8c65-60187aae064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60FBB9-BB2A-4C0C-99E0-CCC605F6F9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533b7f-d1b2-4732-8c65-60187aae06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EED0A8-49B1-4948-B230-1113E63BA0F6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8a533b7f-d1b2-4732-8c65-60187aae0641"/>
  </ds:schemaRefs>
</ds:datastoreItem>
</file>

<file path=customXml/itemProps3.xml><?xml version="1.0" encoding="utf-8"?>
<ds:datastoreItem xmlns:ds="http://schemas.openxmlformats.org/officeDocument/2006/customXml" ds:itemID="{F741235D-E011-4A36-B0C3-74FBDCE6D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1606</Words>
  <Application>Microsoft Office PowerPoint</Application>
  <PresentationFormat>Custom</PresentationFormat>
  <Paragraphs>264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Consolas</vt:lpstr>
      <vt:lpstr>Arial</vt:lpstr>
      <vt:lpstr>Calibri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DSTI</dc:title>
  <cp:lastModifiedBy>Clément ZIANE</cp:lastModifiedBy>
  <cp:revision>12</cp:revision>
  <dcterms:created xsi:type="dcterms:W3CDTF">2006-08-16T00:00:00Z</dcterms:created>
  <dcterms:modified xsi:type="dcterms:W3CDTF">2024-11-07T08:54:12Z</dcterms:modified>
  <dc:identifier>DAGJUFwy58s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0x010100C419BD98196BF6448D688927989EA911</vt:lpwstr>
  </property>
</Properties>
</file>