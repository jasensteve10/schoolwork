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8" r:id="rId5"/>
    <p:sldId id="256" r:id="rId6"/>
    <p:sldId id="257" r:id="rId7"/>
    <p:sldId id="259" r:id="rId8"/>
    <p:sldId id="280" r:id="rId9"/>
    <p:sldId id="294" r:id="rId10"/>
    <p:sldId id="295" r:id="rId11"/>
    <p:sldId id="296" r:id="rId12"/>
    <p:sldId id="297" r:id="rId13"/>
    <p:sldId id="298" r:id="rId14"/>
    <p:sldId id="299" r:id="rId15"/>
    <p:sldId id="279" r:id="rId16"/>
  </p:sldIdLst>
  <p:sldSz cx="18288000" cy="10287000"/>
  <p:notesSz cx="6858000" cy="9144000"/>
  <p:embeddedFontLst>
    <p:embeddedFont>
      <p:font typeface="League Spartan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6203B-6A64-4700-84CE-BDCB5AA81E8F}" v="1" dt="2024-10-28T08:36:40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22" autoAdjust="0"/>
  </p:normalViewPr>
  <p:slideViewPr>
    <p:cSldViewPr>
      <p:cViewPr varScale="1">
        <p:scale>
          <a:sx n="70" d="100"/>
          <a:sy n="70" d="100"/>
        </p:scale>
        <p:origin x="86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ément ZIANE" userId="aa8721fc-2935-48cf-9afe-91d2e8923272" providerId="ADAL" clId="{22E6203B-6A64-4700-84CE-BDCB5AA81E8F}"/>
    <pc:docChg chg="addSld modSld sldOrd">
      <pc:chgData name="Clément ZIANE" userId="aa8721fc-2935-48cf-9afe-91d2e8923272" providerId="ADAL" clId="{22E6203B-6A64-4700-84CE-BDCB5AA81E8F}" dt="2024-10-28T08:36:49.270" v="71" actId="1076"/>
      <pc:docMkLst>
        <pc:docMk/>
      </pc:docMkLst>
      <pc:sldChg chg="modSp mod">
        <pc:chgData name="Clément ZIANE" userId="aa8721fc-2935-48cf-9afe-91d2e8923272" providerId="ADAL" clId="{22E6203B-6A64-4700-84CE-BDCB5AA81E8F}" dt="2024-10-28T08:36:49.270" v="71" actId="1076"/>
        <pc:sldMkLst>
          <pc:docMk/>
          <pc:sldMk cId="4076553628" sldId="291"/>
        </pc:sldMkLst>
        <pc:spChg chg="mod">
          <ac:chgData name="Clément ZIANE" userId="aa8721fc-2935-48cf-9afe-91d2e8923272" providerId="ADAL" clId="{22E6203B-6A64-4700-84CE-BDCB5AA81E8F}" dt="2024-10-28T08:36:49.270" v="71" actId="1076"/>
          <ac:spMkLst>
            <pc:docMk/>
            <pc:sldMk cId="4076553628" sldId="291"/>
            <ac:spMk id="3" creationId="{62BC7101-BAFE-4232-F46B-30609EBC57D9}"/>
          </ac:spMkLst>
        </pc:spChg>
        <pc:spChg chg="mod">
          <ac:chgData name="Clément ZIANE" userId="aa8721fc-2935-48cf-9afe-91d2e8923272" providerId="ADAL" clId="{22E6203B-6A64-4700-84CE-BDCB5AA81E8F}" dt="2024-10-28T08:36:48.689" v="70" actId="207"/>
          <ac:spMkLst>
            <pc:docMk/>
            <pc:sldMk cId="4076553628" sldId="291"/>
            <ac:spMk id="5" creationId="{80CF539E-84B9-3FF2-FB4C-7075E56AB125}"/>
          </ac:spMkLst>
        </pc:spChg>
      </pc:sldChg>
      <pc:sldChg chg="modSp mod">
        <pc:chgData name="Clément ZIANE" userId="aa8721fc-2935-48cf-9afe-91d2e8923272" providerId="ADAL" clId="{22E6203B-6A64-4700-84CE-BDCB5AA81E8F}" dt="2024-10-28T08:33:14.190" v="1" actId="20577"/>
        <pc:sldMkLst>
          <pc:docMk/>
          <pc:sldMk cId="241930676" sldId="292"/>
        </pc:sldMkLst>
        <pc:spChg chg="mod">
          <ac:chgData name="Clément ZIANE" userId="aa8721fc-2935-48cf-9afe-91d2e8923272" providerId="ADAL" clId="{22E6203B-6A64-4700-84CE-BDCB5AA81E8F}" dt="2024-10-28T08:33:14.190" v="1" actId="20577"/>
          <ac:spMkLst>
            <pc:docMk/>
            <pc:sldMk cId="241930676" sldId="292"/>
            <ac:spMk id="5" creationId="{01F296F7-B5D4-96AE-553C-C784B6335BB8}"/>
          </ac:spMkLst>
        </pc:spChg>
      </pc:sldChg>
      <pc:sldChg chg="modSp add mod ord">
        <pc:chgData name="Clément ZIANE" userId="aa8721fc-2935-48cf-9afe-91d2e8923272" providerId="ADAL" clId="{22E6203B-6A64-4700-84CE-BDCB5AA81E8F}" dt="2024-10-28T08:35:47.135" v="69" actId="207"/>
        <pc:sldMkLst>
          <pc:docMk/>
          <pc:sldMk cId="2176117368" sldId="293"/>
        </pc:sldMkLst>
        <pc:spChg chg="mod">
          <ac:chgData name="Clément ZIANE" userId="aa8721fc-2935-48cf-9afe-91d2e8923272" providerId="ADAL" clId="{22E6203B-6A64-4700-84CE-BDCB5AA81E8F}" dt="2024-10-28T08:33:49.317" v="17" actId="20577"/>
          <ac:spMkLst>
            <pc:docMk/>
            <pc:sldMk cId="2176117368" sldId="293"/>
            <ac:spMk id="4" creationId="{2902BA67-10A8-8796-9B6D-07C4E18A5948}"/>
          </ac:spMkLst>
        </pc:spChg>
        <pc:spChg chg="mod">
          <ac:chgData name="Clément ZIANE" userId="aa8721fc-2935-48cf-9afe-91d2e8923272" providerId="ADAL" clId="{22E6203B-6A64-4700-84CE-BDCB5AA81E8F}" dt="2024-10-28T08:34:32.163" v="19" actId="20577"/>
          <ac:spMkLst>
            <pc:docMk/>
            <pc:sldMk cId="2176117368" sldId="293"/>
            <ac:spMk id="5" creationId="{1AC52E70-99CA-5A34-55E9-8A4BA140612A}"/>
          </ac:spMkLst>
        </pc:spChg>
        <pc:spChg chg="mod">
          <ac:chgData name="Clément ZIANE" userId="aa8721fc-2935-48cf-9afe-91d2e8923272" providerId="ADAL" clId="{22E6203B-6A64-4700-84CE-BDCB5AA81E8F}" dt="2024-10-28T08:35:47.135" v="69" actId="207"/>
          <ac:spMkLst>
            <pc:docMk/>
            <pc:sldMk cId="2176117368" sldId="293"/>
            <ac:spMk id="7" creationId="{16BFA13D-2C26-CE7F-828C-D3216B4DF8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wagger.io/tools/open-source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84213"/>
            <a:ext cx="16230600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Cohort: S24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Course name: Web Engineering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Professor: Clément ZIANE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79" y="8496300"/>
            <a:ext cx="6492240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8795977"/>
            <a:ext cx="1623060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910048"/>
                </a:solidFill>
                <a:latin typeface="League Spartan"/>
              </a:rPr>
              <a:t>https://www.datasciencetech.institute</a:t>
            </a:r>
          </a:p>
        </p:txBody>
      </p:sp>
      <p:sp>
        <p:nvSpPr>
          <p:cNvPr id="5" name="Freeform 5"/>
          <p:cNvSpPr/>
          <p:nvPr/>
        </p:nvSpPr>
        <p:spPr>
          <a:xfrm>
            <a:off x="5318165" y="1329062"/>
            <a:ext cx="7651669" cy="4941703"/>
          </a:xfrm>
          <a:custGeom>
            <a:avLst/>
            <a:gdLst/>
            <a:ahLst/>
            <a:cxnLst/>
            <a:rect l="l" t="t" r="r" b="b"/>
            <a:pathLst>
              <a:path w="7651669" h="4941703">
                <a:moveTo>
                  <a:pt x="0" y="0"/>
                </a:moveTo>
                <a:lnTo>
                  <a:pt x="7651670" y="0"/>
                </a:lnTo>
                <a:lnTo>
                  <a:pt x="7651670" y="4941704"/>
                </a:lnTo>
                <a:lnTo>
                  <a:pt x="0" y="494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1103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Application Programming Interface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628900"/>
            <a:ext cx="17401893" cy="3967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An application programming interface (API) is a connection between computers or between computer programs.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It is a type of software interface, offering a service to other pieces of software.</a:t>
            </a: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br>
              <a:rPr lang="en-GB" sz="1800" dirty="0">
                <a:solidFill>
                  <a:srgbClr val="000000"/>
                </a:solidFill>
                <a:latin typeface="League Spartan"/>
              </a:rPr>
            </a:br>
            <a:r>
              <a:rPr lang="en-GB" sz="1800" dirty="0">
                <a:solidFill>
                  <a:srgbClr val="000000"/>
                </a:solidFill>
                <a:latin typeface="League Spartan"/>
              </a:rPr>
              <a:t>Web APIs are a service accessed from client devices (Mobile Phones, Laptop, etc.) to a web server using the Hypertext Transfer Protocol (HTTP), JavaScript Object Notation (JSON) or Extensible Markup Language (XML) format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Rest 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127712"/>
            <a:ext cx="17401893" cy="5081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The constraints of the REST architectural style affect the following architectural properties:[1][6]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performance in component interactions, which can be the dominant factor in user-perceived performance and network efficiency;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scalability allowing the support of large numbers of components and interactions among components;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simplicity of a uniform interface;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modifiability of components to meet changing needs (even while the application is running);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visibility of communication between components by service agents;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portability of components by moving program code with the data;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reliability in the resistance to failure at the system level in the presence of failures within components, connectors, or data.</a:t>
            </a:r>
          </a:p>
        </p:txBody>
      </p:sp>
    </p:spTree>
    <p:extLst>
      <p:ext uri="{BB962C8B-B14F-4D97-AF65-F5344CB8AC3E}">
        <p14:creationId xmlns:p14="http://schemas.microsoft.com/office/powerpoint/2010/main" val="283077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F7BB1-F741-A6AC-0B54-B723300B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5D7BEC-96D4-54DE-3FB9-4FCB909173B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7ED25B-70CD-8F78-FAF3-F03047D0F51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A30F00-B55F-0074-96E1-0E9ABDE4FA33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How it works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8B47CE9-70FF-10D4-59A5-493CD5A92EBC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40180-DE1D-C6C4-796B-B4EED15DE224}"/>
              </a:ext>
            </a:extLst>
          </p:cNvPr>
          <p:cNvSpPr txBox="1"/>
          <p:nvPr/>
        </p:nvSpPr>
        <p:spPr>
          <a:xfrm>
            <a:off x="473074" y="2127712"/>
            <a:ext cx="17401893" cy="169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HTTP Protocol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1 route per resource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Return a JSON or XML Data</a:t>
            </a:r>
          </a:p>
        </p:txBody>
      </p:sp>
    </p:spTree>
    <p:extLst>
      <p:ext uri="{BB962C8B-B14F-4D97-AF65-F5344CB8AC3E}">
        <p14:creationId xmlns:p14="http://schemas.microsoft.com/office/powerpoint/2010/main" val="346677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72480-53DD-4CB0-99B8-AC34AF7A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37BA15-4C2D-D72F-8737-F6279F24BED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C1A6F48-883E-0649-A567-1E249B3F9F4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FA35BF-B9D3-7CF7-96D4-4ACA07BB96DC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Pros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BE562C-1664-FB6B-8D75-859F8E623BDC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BBD4D-94FC-E5DA-1A8F-F649CFA41CE5}"/>
              </a:ext>
            </a:extLst>
          </p:cNvPr>
          <p:cNvSpPr txBox="1"/>
          <p:nvPr/>
        </p:nvSpPr>
        <p:spPr>
          <a:xfrm>
            <a:off x="473074" y="2127712"/>
            <a:ext cx="17401893" cy="227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Normalize the data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Data oriented approach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Communication standard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Scaling and flexibility</a:t>
            </a:r>
          </a:p>
        </p:txBody>
      </p:sp>
    </p:spTree>
    <p:extLst>
      <p:ext uri="{BB962C8B-B14F-4D97-AF65-F5344CB8AC3E}">
        <p14:creationId xmlns:p14="http://schemas.microsoft.com/office/powerpoint/2010/main" val="327175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8F810-99BF-AC5C-E3CA-7670AE72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E30BF3E-D5A6-E0E7-BF04-2ACF7663991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F0B4672-24C6-1CA9-61AB-2A36DD275B9F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89C4C2A-52DE-DA42-D828-3B2FD474A0B8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Semantics of HTTP Method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C495891-9136-C751-8B7A-58ABAADA4C88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D7D0BA-0125-ADF6-3FFA-47B7B7EE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159147"/>
            <a:ext cx="9599514" cy="479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4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D6B28-CA1C-E0A9-6835-25F94BCE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E053C8-9B8A-8CEC-8392-037C1D4737A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1D0E8CA-1E30-66ED-896B-25DFDE7B9F4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D7266A-9900-BE90-78D3-B0397136EFE3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GB" sz="6000" dirty="0">
                <a:solidFill>
                  <a:srgbClr val="000000"/>
                </a:solidFill>
                <a:latin typeface="League Spartan"/>
              </a:rPr>
              <a:t>Build an API : Define our resources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9C740F2-0E36-536E-8385-C86784631AC3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D960A-5EBE-EF69-AA20-164F8CE52565}"/>
              </a:ext>
            </a:extLst>
          </p:cNvPr>
          <p:cNvSpPr txBox="1"/>
          <p:nvPr/>
        </p:nvSpPr>
        <p:spPr>
          <a:xfrm>
            <a:off x="473074" y="2127712"/>
            <a:ext cx="17401893" cy="171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Define each route to correspond to one resource. If we take Our Blog example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Post : Represent a blog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Comment : Represent a comment to a blog Post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54730-1737-D697-0ABD-775A6513B4EF}"/>
              </a:ext>
            </a:extLst>
          </p:cNvPr>
          <p:cNvSpPr txBox="1"/>
          <p:nvPr/>
        </p:nvSpPr>
        <p:spPr>
          <a:xfrm>
            <a:off x="1752600" y="5434097"/>
            <a:ext cx="21242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ague Spartan" pitchFamily="2" charset="0"/>
              </a:rPr>
              <a:t>Post</a:t>
            </a:r>
          </a:p>
          <a:p>
            <a:r>
              <a:rPr lang="en-US" dirty="0">
                <a:latin typeface="League Spartan" pitchFamily="2" charset="0"/>
              </a:rPr>
              <a:t>{</a:t>
            </a:r>
          </a:p>
          <a:p>
            <a:r>
              <a:rPr lang="en-US" dirty="0">
                <a:latin typeface="League Spartan" pitchFamily="2" charset="0"/>
              </a:rPr>
              <a:t>  id : int,</a:t>
            </a:r>
          </a:p>
          <a:p>
            <a:r>
              <a:rPr lang="en-US" dirty="0">
                <a:latin typeface="League Spartan" pitchFamily="2" charset="0"/>
              </a:rPr>
              <a:t>  title : string,</a:t>
            </a:r>
          </a:p>
          <a:p>
            <a:r>
              <a:rPr lang="fr-FR" dirty="0">
                <a:latin typeface="League Spartan" pitchFamily="2" charset="0"/>
              </a:rPr>
              <a:t>  </a:t>
            </a:r>
            <a:r>
              <a:rPr lang="fr-FR" dirty="0" err="1">
                <a:latin typeface="League Spartan" pitchFamily="2" charset="0"/>
              </a:rPr>
              <a:t>author</a:t>
            </a:r>
            <a:r>
              <a:rPr lang="fr-FR" dirty="0">
                <a:latin typeface="League Spartan" pitchFamily="2" charset="0"/>
              </a:rPr>
              <a:t> :  string</a:t>
            </a:r>
          </a:p>
          <a:p>
            <a:r>
              <a:rPr lang="fr-FR" dirty="0">
                <a:latin typeface="League Spartan" pitchFamily="2" charset="0"/>
              </a:rPr>
              <a:t>  </a:t>
            </a:r>
            <a:r>
              <a:rPr lang="fr-FR" dirty="0" err="1">
                <a:latin typeface="League Spartan" pitchFamily="2" charset="0"/>
              </a:rPr>
              <a:t>createad_at</a:t>
            </a:r>
            <a:r>
              <a:rPr lang="fr-FR" dirty="0">
                <a:latin typeface="League Spartan" pitchFamily="2" charset="0"/>
              </a:rPr>
              <a:t> : DATE,</a:t>
            </a:r>
          </a:p>
          <a:p>
            <a:r>
              <a:rPr lang="fr-FR" dirty="0">
                <a:latin typeface="League Spartan" pitchFamily="2" charset="0"/>
              </a:rPr>
              <a:t>  content : string</a:t>
            </a:r>
          </a:p>
          <a:p>
            <a:r>
              <a:rPr lang="fr-FR" dirty="0">
                <a:latin typeface="League Spartan" pitchFamily="2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4C108-1A77-C502-21BA-70CED4327A44}"/>
              </a:ext>
            </a:extLst>
          </p:cNvPr>
          <p:cNvSpPr txBox="1"/>
          <p:nvPr/>
        </p:nvSpPr>
        <p:spPr>
          <a:xfrm>
            <a:off x="6026619" y="5434097"/>
            <a:ext cx="21242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ague Spartan" pitchFamily="2" charset="0"/>
              </a:rPr>
              <a:t>Comment</a:t>
            </a:r>
          </a:p>
          <a:p>
            <a:r>
              <a:rPr lang="en-US" dirty="0">
                <a:latin typeface="League Spartan" pitchFamily="2" charset="0"/>
              </a:rPr>
              <a:t>{</a:t>
            </a:r>
          </a:p>
          <a:p>
            <a:r>
              <a:rPr lang="en-US" dirty="0">
                <a:latin typeface="League Spartan" pitchFamily="2" charset="0"/>
              </a:rPr>
              <a:t>  id : int,</a:t>
            </a:r>
          </a:p>
          <a:p>
            <a:r>
              <a:rPr lang="en-US" dirty="0">
                <a:latin typeface="League Spartan" pitchFamily="2" charset="0"/>
              </a:rPr>
              <a:t>  </a:t>
            </a:r>
            <a:r>
              <a:rPr lang="en-US" dirty="0" err="1">
                <a:latin typeface="League Spartan" pitchFamily="2" charset="0"/>
              </a:rPr>
              <a:t>post_id</a:t>
            </a:r>
            <a:r>
              <a:rPr lang="en-US" dirty="0">
                <a:latin typeface="League Spartan" pitchFamily="2" charset="0"/>
              </a:rPr>
              <a:t> : int,</a:t>
            </a:r>
          </a:p>
          <a:p>
            <a:r>
              <a:rPr lang="fr-FR" dirty="0">
                <a:latin typeface="League Spartan" pitchFamily="2" charset="0"/>
              </a:rPr>
              <a:t>  </a:t>
            </a:r>
            <a:r>
              <a:rPr lang="fr-FR" dirty="0" err="1">
                <a:latin typeface="League Spartan" pitchFamily="2" charset="0"/>
              </a:rPr>
              <a:t>author</a:t>
            </a:r>
            <a:r>
              <a:rPr lang="fr-FR" dirty="0">
                <a:latin typeface="League Spartan" pitchFamily="2" charset="0"/>
              </a:rPr>
              <a:t> :  string</a:t>
            </a:r>
          </a:p>
          <a:p>
            <a:r>
              <a:rPr lang="fr-FR" dirty="0">
                <a:latin typeface="League Spartan" pitchFamily="2" charset="0"/>
              </a:rPr>
              <a:t>  </a:t>
            </a:r>
            <a:r>
              <a:rPr lang="fr-FR" dirty="0" err="1">
                <a:latin typeface="League Spartan" pitchFamily="2" charset="0"/>
              </a:rPr>
              <a:t>createad_at</a:t>
            </a:r>
            <a:r>
              <a:rPr lang="fr-FR" dirty="0">
                <a:latin typeface="League Spartan" pitchFamily="2" charset="0"/>
              </a:rPr>
              <a:t> : DATE,</a:t>
            </a:r>
          </a:p>
          <a:p>
            <a:r>
              <a:rPr lang="fr-FR" dirty="0">
                <a:latin typeface="League Spartan" pitchFamily="2" charset="0"/>
              </a:rPr>
              <a:t>  content : string</a:t>
            </a:r>
          </a:p>
          <a:p>
            <a:r>
              <a:rPr lang="fr-FR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153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519E-245E-8941-7695-FDEF3F3A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462920-51C3-71D8-C416-70D5F2DA101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DC8DFD6-7E6B-73C3-AD6D-BCE55064400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0E45D4-849D-0C10-2550-11071E78B5BF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GB" sz="6000" dirty="0">
                <a:solidFill>
                  <a:srgbClr val="000000"/>
                </a:solidFill>
                <a:latin typeface="League Spartan"/>
              </a:rPr>
              <a:t>Build an API : Define our actions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5A79467-36DC-B182-0112-1877FD758A6B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00F5E-3E20-7B92-0BA7-0704ECE8A422}"/>
              </a:ext>
            </a:extLst>
          </p:cNvPr>
          <p:cNvSpPr txBox="1"/>
          <p:nvPr/>
        </p:nvSpPr>
        <p:spPr>
          <a:xfrm>
            <a:off x="473074" y="2127712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Actions :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Retrieve all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Retrieve One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Create Post and Comment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Delete Post and Comment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Update Post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5746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47913-7C83-4CE8-5D5C-669FE65F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5F5763-F010-677C-0D1C-4C9FB8F99587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490D970-D4B1-7CA9-A3A0-7E677532C938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BBD4CFA-9C13-CEA2-69A7-AD7481CCB26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GB" sz="6000" dirty="0">
                <a:solidFill>
                  <a:srgbClr val="000000"/>
                </a:solidFill>
                <a:latin typeface="League Spartan"/>
              </a:rPr>
              <a:t>Build an API : Define our routes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4971AE-ECFE-64D0-EAA9-1E0A921BA9FA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34143-7490-2744-22CF-11B86EFE1160}"/>
              </a:ext>
            </a:extLst>
          </p:cNvPr>
          <p:cNvSpPr txBox="1"/>
          <p:nvPr/>
        </p:nvSpPr>
        <p:spPr>
          <a:xfrm>
            <a:off x="473074" y="2127712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Define each route to correspond to one resource. If we take Our Blog example :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[GET]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 retrieve all posts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[GET]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/blog/posts/${id} retrieve a specific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[GET]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/blog/posts/${id}/comments retrieve all comments of one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[GET]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/blog/comments/${id} Get 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en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 specific Comment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[POST]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 Create a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[POST]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/blog/post/${id}/comments Create a comment to post ID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[PUT]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/blog/posts/${id}  Update a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[DEL]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/blog/posts/${id} delete a post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[DEL] /</a:t>
            </a:r>
            <a:r>
              <a:rPr lang="en-GB" dirty="0" err="1">
                <a:solidFill>
                  <a:srgbClr val="000000"/>
                </a:solidFill>
                <a:latin typeface="League Spartan"/>
              </a:rPr>
              <a:t>api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/blog/comments/${id} 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35334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E7268-E307-6D36-337D-3DFB45BE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503001-119D-D20D-9B8B-8322F3DE0D5C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3C8A922-70DB-4D2D-0758-FF3BA932F19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AD257F7-FE6F-DFEE-A6DA-F679F8F75E7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GB" sz="6000" dirty="0">
                <a:solidFill>
                  <a:srgbClr val="000000"/>
                </a:solidFill>
                <a:latin typeface="League Spartan"/>
              </a:rPr>
              <a:t>Swagger : How to Document an </a:t>
            </a:r>
            <a:r>
              <a:rPr lang="en-GB" sz="6000" dirty="0" err="1">
                <a:solidFill>
                  <a:srgbClr val="000000"/>
                </a:solidFill>
                <a:latin typeface="League Spartan"/>
              </a:rPr>
              <a:t>APi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05EA90D-6430-1C1D-D44A-152D3CA08134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9321F-AF4A-FF65-F4B3-B329F0BE6432}"/>
              </a:ext>
            </a:extLst>
          </p:cNvPr>
          <p:cNvSpPr txBox="1"/>
          <p:nvPr/>
        </p:nvSpPr>
        <p:spPr>
          <a:xfrm>
            <a:off x="473074" y="2127712"/>
            <a:ext cx="17401893" cy="114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  <a:hlinkClick r:id="rId3"/>
              </a:rPr>
              <a:t>Swagger</a:t>
            </a:r>
            <a:r>
              <a:rPr lang="en-GB" dirty="0">
                <a:solidFill>
                  <a:srgbClr val="000000"/>
                </a:solidFill>
                <a:latin typeface="League Spartan"/>
              </a:rPr>
              <a:t> is an Interface Description Language for describing RESTful APIs expressed using JSON. Swagger is used together with a set of open-source software tools to design, build, document, and use RESTful web services. Swagger includes automated documentation, code generation (into many programming languages), and test-case generation.</a:t>
            </a:r>
          </a:p>
        </p:txBody>
      </p:sp>
    </p:spTree>
    <p:extLst>
      <p:ext uri="{BB962C8B-B14F-4D97-AF65-F5344CB8AC3E}">
        <p14:creationId xmlns:p14="http://schemas.microsoft.com/office/powerpoint/2010/main" val="233303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Questions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Ask them all !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9BD98196BF6448D688927989EA911" ma:contentTypeVersion="5" ma:contentTypeDescription="Crée un document." ma:contentTypeScope="" ma:versionID="acce70141d18b95d58db09764113ea70">
  <xsd:schema xmlns:xsd="http://www.w3.org/2001/XMLSchema" xmlns:xs="http://www.w3.org/2001/XMLSchema" xmlns:p="http://schemas.microsoft.com/office/2006/metadata/properties" xmlns:ns3="8a533b7f-d1b2-4732-8c65-60187aae0641" targetNamespace="http://schemas.microsoft.com/office/2006/metadata/properties" ma:root="true" ma:fieldsID="038cf83997e8f044674cfcb84a747881" ns3:_="">
    <xsd:import namespace="8a533b7f-d1b2-4732-8c65-60187aae06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33b7f-d1b2-4732-8c65-60187aae0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533b7f-d1b2-4732-8c65-60187aae0641" xsi:nil="true"/>
  </documentManagement>
</p:properties>
</file>

<file path=customXml/itemProps1.xml><?xml version="1.0" encoding="utf-8"?>
<ds:datastoreItem xmlns:ds="http://schemas.openxmlformats.org/officeDocument/2006/customXml" ds:itemID="{F741235D-E011-4A36-B0C3-74FBDCE6D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60FBB9-BB2A-4C0C-99E0-CCC605F6F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33b7f-d1b2-4732-8c65-60187aae06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EED0A8-49B1-4948-B230-1113E63BA0F6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8a533b7f-d1b2-4732-8c65-60187aae064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604</Words>
  <Application>Microsoft Office PowerPoint</Application>
  <PresentationFormat>Custom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League Spartan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DSTI</dc:title>
  <cp:lastModifiedBy>Clément ZIANE</cp:lastModifiedBy>
  <cp:revision>12</cp:revision>
  <dcterms:created xsi:type="dcterms:W3CDTF">2006-08-16T00:00:00Z</dcterms:created>
  <dcterms:modified xsi:type="dcterms:W3CDTF">2024-11-08T08:43:07Z</dcterms:modified>
  <dc:identifier>DAGJUFwy58s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0x010100C419BD98196BF6448D688927989EA911</vt:lpwstr>
  </property>
</Properties>
</file>