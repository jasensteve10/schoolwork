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8" r:id="rId5"/>
    <p:sldId id="256" r:id="rId6"/>
    <p:sldId id="257" r:id="rId7"/>
    <p:sldId id="259" r:id="rId8"/>
    <p:sldId id="280" r:id="rId9"/>
    <p:sldId id="260" r:id="rId10"/>
    <p:sldId id="294" r:id="rId11"/>
    <p:sldId id="262" r:id="rId12"/>
    <p:sldId id="263" r:id="rId13"/>
    <p:sldId id="295" r:id="rId14"/>
    <p:sldId id="296" r:id="rId15"/>
    <p:sldId id="297" r:id="rId16"/>
    <p:sldId id="298" r:id="rId17"/>
    <p:sldId id="281" r:id="rId18"/>
    <p:sldId id="264" r:id="rId19"/>
    <p:sldId id="284" r:id="rId20"/>
    <p:sldId id="282" r:id="rId21"/>
    <p:sldId id="283" r:id="rId22"/>
    <p:sldId id="299" r:id="rId23"/>
    <p:sldId id="285" r:id="rId24"/>
    <p:sldId id="300" r:id="rId25"/>
    <p:sldId id="289" r:id="rId26"/>
    <p:sldId id="279" r:id="rId27"/>
  </p:sldIdLst>
  <p:sldSz cx="18288000" cy="10287000"/>
  <p:notesSz cx="6858000" cy="9144000"/>
  <p:embeddedFontLst>
    <p:embeddedFont>
      <p:font typeface="League Spartan" panose="020B0604020202020204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119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2D96E2-D14C-4F39-B2F0-B3F1FE89FA9E}" v="8" dt="2024-11-05T08:36:54.7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54" autoAdjust="0"/>
    <p:restoredTop sz="94622" autoAdjust="0"/>
  </p:normalViewPr>
  <p:slideViewPr>
    <p:cSldViewPr>
      <p:cViewPr>
        <p:scale>
          <a:sx n="50" d="100"/>
          <a:sy n="50" d="100"/>
        </p:scale>
        <p:origin x="2004" y="7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1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ément ZIANE" userId="aa8721fc-2935-48cf-9afe-91d2e8923272" providerId="ADAL" clId="{AA2D96E2-D14C-4F39-B2F0-B3F1FE89FA9E}"/>
    <pc:docChg chg="undo custSel addSld delSld modSld sldOrd">
      <pc:chgData name="Clément ZIANE" userId="aa8721fc-2935-48cf-9afe-91d2e8923272" providerId="ADAL" clId="{AA2D96E2-D14C-4F39-B2F0-B3F1FE89FA9E}" dt="2024-11-05T08:41:09.988" v="825" actId="20577"/>
      <pc:docMkLst>
        <pc:docMk/>
      </pc:docMkLst>
      <pc:sldChg chg="addSp delSp modSp mod">
        <pc:chgData name="Clément ZIANE" userId="aa8721fc-2935-48cf-9afe-91d2e8923272" providerId="ADAL" clId="{AA2D96E2-D14C-4F39-B2F0-B3F1FE89FA9E}" dt="2024-11-05T08:17:52.850" v="29" actId="20577"/>
        <pc:sldMkLst>
          <pc:docMk/>
          <pc:sldMk cId="2830774497" sldId="259"/>
        </pc:sldMkLst>
        <pc:spChg chg="mod">
          <ac:chgData name="Clément ZIANE" userId="aa8721fc-2935-48cf-9afe-91d2e8923272" providerId="ADAL" clId="{AA2D96E2-D14C-4F39-B2F0-B3F1FE89FA9E}" dt="2024-11-05T08:17:52.850" v="29" actId="20577"/>
          <ac:spMkLst>
            <pc:docMk/>
            <pc:sldMk cId="2830774497" sldId="259"/>
            <ac:spMk id="4" creationId="{00000000-0000-0000-0000-000000000000}"/>
          </ac:spMkLst>
        </pc:spChg>
        <pc:spChg chg="add mod">
          <ac:chgData name="Clément ZIANE" userId="aa8721fc-2935-48cf-9afe-91d2e8923272" providerId="ADAL" clId="{AA2D96E2-D14C-4F39-B2F0-B3F1FE89FA9E}" dt="2024-11-05T08:17:34.855" v="19" actId="1076"/>
          <ac:spMkLst>
            <pc:docMk/>
            <pc:sldMk cId="2830774497" sldId="259"/>
            <ac:spMk id="6" creationId="{1FF8088D-D24E-B474-F365-1917E17EC7A4}"/>
          </ac:spMkLst>
        </pc:spChg>
        <pc:spChg chg="del">
          <ac:chgData name="Clément ZIANE" userId="aa8721fc-2935-48cf-9afe-91d2e8923272" providerId="ADAL" clId="{AA2D96E2-D14C-4F39-B2F0-B3F1FE89FA9E}" dt="2024-11-05T08:17:15.078" v="15" actId="478"/>
          <ac:spMkLst>
            <pc:docMk/>
            <pc:sldMk cId="2830774497" sldId="259"/>
            <ac:spMk id="7" creationId="{5A21EAC8-27A8-CEEA-AE97-2D38313CD1E1}"/>
          </ac:spMkLst>
        </pc:spChg>
        <pc:spChg chg="add mod">
          <ac:chgData name="Clément ZIANE" userId="aa8721fc-2935-48cf-9afe-91d2e8923272" providerId="ADAL" clId="{AA2D96E2-D14C-4F39-B2F0-B3F1FE89FA9E}" dt="2024-11-05T08:17:34.855" v="19" actId="1076"/>
          <ac:spMkLst>
            <pc:docMk/>
            <pc:sldMk cId="2830774497" sldId="259"/>
            <ac:spMk id="8" creationId="{BD6F2C6F-CF48-F571-F65A-961AE7477A6A}"/>
          </ac:spMkLst>
        </pc:spChg>
        <pc:spChg chg="add mod">
          <ac:chgData name="Clément ZIANE" userId="aa8721fc-2935-48cf-9afe-91d2e8923272" providerId="ADAL" clId="{AA2D96E2-D14C-4F39-B2F0-B3F1FE89FA9E}" dt="2024-11-05T08:17:34.855" v="19" actId="1076"/>
          <ac:spMkLst>
            <pc:docMk/>
            <pc:sldMk cId="2830774497" sldId="259"/>
            <ac:spMk id="9" creationId="{BF3F63F2-22AD-D2CD-331E-B4A14ED7ACD5}"/>
          </ac:spMkLst>
        </pc:spChg>
        <pc:spChg chg="add mod">
          <ac:chgData name="Clément ZIANE" userId="aa8721fc-2935-48cf-9afe-91d2e8923272" providerId="ADAL" clId="{AA2D96E2-D14C-4F39-B2F0-B3F1FE89FA9E}" dt="2024-11-05T08:17:34.855" v="19" actId="1076"/>
          <ac:spMkLst>
            <pc:docMk/>
            <pc:sldMk cId="2830774497" sldId="259"/>
            <ac:spMk id="10" creationId="{3C28B83E-F7B6-13F7-54FA-B1C194265029}"/>
          </ac:spMkLst>
        </pc:spChg>
        <pc:spChg chg="add mod">
          <ac:chgData name="Clément ZIANE" userId="aa8721fc-2935-48cf-9afe-91d2e8923272" providerId="ADAL" clId="{AA2D96E2-D14C-4F39-B2F0-B3F1FE89FA9E}" dt="2024-11-05T08:17:34.855" v="19" actId="1076"/>
          <ac:spMkLst>
            <pc:docMk/>
            <pc:sldMk cId="2830774497" sldId="259"/>
            <ac:spMk id="11" creationId="{411FB0AD-BD27-5112-9D27-A7F4FC241D66}"/>
          </ac:spMkLst>
        </pc:spChg>
        <pc:spChg chg="add mod">
          <ac:chgData name="Clément ZIANE" userId="aa8721fc-2935-48cf-9afe-91d2e8923272" providerId="ADAL" clId="{AA2D96E2-D14C-4F39-B2F0-B3F1FE89FA9E}" dt="2024-11-05T08:17:34.855" v="19" actId="1076"/>
          <ac:spMkLst>
            <pc:docMk/>
            <pc:sldMk cId="2830774497" sldId="259"/>
            <ac:spMk id="12" creationId="{4CDE4BAB-D7E5-8501-51CD-5FD4B6C46751}"/>
          </ac:spMkLst>
        </pc:spChg>
        <pc:cxnChg chg="add mod">
          <ac:chgData name="Clément ZIANE" userId="aa8721fc-2935-48cf-9afe-91d2e8923272" providerId="ADAL" clId="{AA2D96E2-D14C-4F39-B2F0-B3F1FE89FA9E}" dt="2024-11-05T08:17:34.855" v="19" actId="1076"/>
          <ac:cxnSpMkLst>
            <pc:docMk/>
            <pc:sldMk cId="2830774497" sldId="259"/>
            <ac:cxnSpMk id="13" creationId="{1B1DF077-7D93-C083-828C-694D28B82BC0}"/>
          </ac:cxnSpMkLst>
        </pc:cxnChg>
        <pc:cxnChg chg="add mod">
          <ac:chgData name="Clément ZIANE" userId="aa8721fc-2935-48cf-9afe-91d2e8923272" providerId="ADAL" clId="{AA2D96E2-D14C-4F39-B2F0-B3F1FE89FA9E}" dt="2024-11-05T08:17:34.855" v="19" actId="1076"/>
          <ac:cxnSpMkLst>
            <pc:docMk/>
            <pc:sldMk cId="2830774497" sldId="259"/>
            <ac:cxnSpMk id="14" creationId="{5D331E5C-E9FB-C57C-4370-3782702F7BAB}"/>
          </ac:cxnSpMkLst>
        </pc:cxnChg>
      </pc:sldChg>
      <pc:sldChg chg="delSp modSp mod">
        <pc:chgData name="Clément ZIANE" userId="aa8721fc-2935-48cf-9afe-91d2e8923272" providerId="ADAL" clId="{AA2D96E2-D14C-4F39-B2F0-B3F1FE89FA9E}" dt="2024-11-05T08:20:49.152" v="118" actId="207"/>
        <pc:sldMkLst>
          <pc:docMk/>
          <pc:sldMk cId="2949653774" sldId="260"/>
        </pc:sldMkLst>
        <pc:spChg chg="mod">
          <ac:chgData name="Clément ZIANE" userId="aa8721fc-2935-48cf-9afe-91d2e8923272" providerId="ADAL" clId="{AA2D96E2-D14C-4F39-B2F0-B3F1FE89FA9E}" dt="2024-11-05T08:19:33.660" v="107"/>
          <ac:spMkLst>
            <pc:docMk/>
            <pc:sldMk cId="2949653774" sldId="260"/>
            <ac:spMk id="4" creationId="{00000000-0000-0000-0000-000000000000}"/>
          </ac:spMkLst>
        </pc:spChg>
        <pc:spChg chg="mod">
          <ac:chgData name="Clément ZIANE" userId="aa8721fc-2935-48cf-9afe-91d2e8923272" providerId="ADAL" clId="{AA2D96E2-D14C-4F39-B2F0-B3F1FE89FA9E}" dt="2024-11-05T08:20:49.152" v="118" actId="207"/>
          <ac:spMkLst>
            <pc:docMk/>
            <pc:sldMk cId="2949653774" sldId="260"/>
            <ac:spMk id="7" creationId="{5A21EAC8-27A8-CEEA-AE97-2D38313CD1E1}"/>
          </ac:spMkLst>
        </pc:spChg>
        <pc:spChg chg="del">
          <ac:chgData name="Clément ZIANE" userId="aa8721fc-2935-48cf-9afe-91d2e8923272" providerId="ADAL" clId="{AA2D96E2-D14C-4F39-B2F0-B3F1FE89FA9E}" dt="2024-11-05T08:19:49.509" v="108" actId="478"/>
          <ac:spMkLst>
            <pc:docMk/>
            <pc:sldMk cId="2949653774" sldId="260"/>
            <ac:spMk id="8" creationId="{21FFA766-0965-511D-A764-A634D297CBC7}"/>
          </ac:spMkLst>
        </pc:spChg>
      </pc:sldChg>
      <pc:sldChg chg="modSp mod">
        <pc:chgData name="Clément ZIANE" userId="aa8721fc-2935-48cf-9afe-91d2e8923272" providerId="ADAL" clId="{AA2D96E2-D14C-4F39-B2F0-B3F1FE89FA9E}" dt="2024-11-05T08:21:54.110" v="147" actId="20577"/>
        <pc:sldMkLst>
          <pc:docMk/>
          <pc:sldMk cId="2648308968" sldId="262"/>
        </pc:sldMkLst>
        <pc:spChg chg="mod">
          <ac:chgData name="Clément ZIANE" userId="aa8721fc-2935-48cf-9afe-91d2e8923272" providerId="ADAL" clId="{AA2D96E2-D14C-4F39-B2F0-B3F1FE89FA9E}" dt="2024-11-05T08:21:48.331" v="143" actId="20577"/>
          <ac:spMkLst>
            <pc:docMk/>
            <pc:sldMk cId="2648308968" sldId="262"/>
            <ac:spMk id="4" creationId="{00000000-0000-0000-0000-000000000000}"/>
          </ac:spMkLst>
        </pc:spChg>
        <pc:spChg chg="mod">
          <ac:chgData name="Clément ZIANE" userId="aa8721fc-2935-48cf-9afe-91d2e8923272" providerId="ADAL" clId="{AA2D96E2-D14C-4F39-B2F0-B3F1FE89FA9E}" dt="2024-11-05T08:21:54.110" v="147" actId="20577"/>
          <ac:spMkLst>
            <pc:docMk/>
            <pc:sldMk cId="2648308968" sldId="262"/>
            <ac:spMk id="5" creationId="{00000000-0000-0000-0000-000000000000}"/>
          </ac:spMkLst>
        </pc:spChg>
      </pc:sldChg>
      <pc:sldChg chg="modSp mod">
        <pc:chgData name="Clément ZIANE" userId="aa8721fc-2935-48cf-9afe-91d2e8923272" providerId="ADAL" clId="{AA2D96E2-D14C-4F39-B2F0-B3F1FE89FA9E}" dt="2024-11-05T08:39:46.689" v="794" actId="20577"/>
        <pc:sldMkLst>
          <pc:docMk/>
          <pc:sldMk cId="559259942" sldId="263"/>
        </pc:sldMkLst>
        <pc:spChg chg="mod">
          <ac:chgData name="Clément ZIANE" userId="aa8721fc-2935-48cf-9afe-91d2e8923272" providerId="ADAL" clId="{AA2D96E2-D14C-4F39-B2F0-B3F1FE89FA9E}" dt="2024-11-05T08:22:05.865" v="148"/>
          <ac:spMkLst>
            <pc:docMk/>
            <pc:sldMk cId="559259942" sldId="263"/>
            <ac:spMk id="4" creationId="{00000000-0000-0000-0000-000000000000}"/>
          </ac:spMkLst>
        </pc:spChg>
        <pc:spChg chg="mod">
          <ac:chgData name="Clément ZIANE" userId="aa8721fc-2935-48cf-9afe-91d2e8923272" providerId="ADAL" clId="{AA2D96E2-D14C-4F39-B2F0-B3F1FE89FA9E}" dt="2024-11-05T08:39:46.689" v="794" actId="20577"/>
          <ac:spMkLst>
            <pc:docMk/>
            <pc:sldMk cId="559259942" sldId="263"/>
            <ac:spMk id="5" creationId="{00000000-0000-0000-0000-000000000000}"/>
          </ac:spMkLst>
        </pc:spChg>
        <pc:spChg chg="mod">
          <ac:chgData name="Clément ZIANE" userId="aa8721fc-2935-48cf-9afe-91d2e8923272" providerId="ADAL" clId="{AA2D96E2-D14C-4F39-B2F0-B3F1FE89FA9E}" dt="2024-11-05T08:22:31.161" v="152" actId="207"/>
          <ac:spMkLst>
            <pc:docMk/>
            <pc:sldMk cId="559259942" sldId="263"/>
            <ac:spMk id="7" creationId="{5A21EAC8-27A8-CEEA-AE97-2D38313CD1E1}"/>
          </ac:spMkLst>
        </pc:spChg>
      </pc:sldChg>
      <pc:sldChg chg="modSp mod">
        <pc:chgData name="Clément ZIANE" userId="aa8721fc-2935-48cf-9afe-91d2e8923272" providerId="ADAL" clId="{AA2D96E2-D14C-4F39-B2F0-B3F1FE89FA9E}" dt="2024-11-05T08:40:18.977" v="808" actId="20577"/>
        <pc:sldMkLst>
          <pc:docMk/>
          <pc:sldMk cId="1907760840" sldId="264"/>
        </pc:sldMkLst>
        <pc:spChg chg="mod">
          <ac:chgData name="Clément ZIANE" userId="aa8721fc-2935-48cf-9afe-91d2e8923272" providerId="ADAL" clId="{AA2D96E2-D14C-4F39-B2F0-B3F1FE89FA9E}" dt="2024-11-05T08:26:59.469" v="394" actId="20577"/>
          <ac:spMkLst>
            <pc:docMk/>
            <pc:sldMk cId="1907760840" sldId="264"/>
            <ac:spMk id="4" creationId="{00000000-0000-0000-0000-000000000000}"/>
          </ac:spMkLst>
        </pc:spChg>
        <pc:spChg chg="mod">
          <ac:chgData name="Clément ZIANE" userId="aa8721fc-2935-48cf-9afe-91d2e8923272" providerId="ADAL" clId="{AA2D96E2-D14C-4F39-B2F0-B3F1FE89FA9E}" dt="2024-11-05T08:40:18.977" v="808" actId="20577"/>
          <ac:spMkLst>
            <pc:docMk/>
            <pc:sldMk cId="1907760840" sldId="264"/>
            <ac:spMk id="5" creationId="{00000000-0000-0000-0000-000000000000}"/>
          </ac:spMkLst>
        </pc:spChg>
        <pc:spChg chg="mod">
          <ac:chgData name="Clément ZIANE" userId="aa8721fc-2935-48cf-9afe-91d2e8923272" providerId="ADAL" clId="{AA2D96E2-D14C-4F39-B2F0-B3F1FE89FA9E}" dt="2024-11-05T08:27:22.467" v="397" actId="207"/>
          <ac:spMkLst>
            <pc:docMk/>
            <pc:sldMk cId="1907760840" sldId="264"/>
            <ac:spMk id="7" creationId="{5A21EAC8-27A8-CEEA-AE97-2D38313CD1E1}"/>
          </ac:spMkLst>
        </pc:spChg>
      </pc:sldChg>
      <pc:sldChg chg="addSp modSp mod">
        <pc:chgData name="Clément ZIANE" userId="aa8721fc-2935-48cf-9afe-91d2e8923272" providerId="ADAL" clId="{AA2D96E2-D14C-4F39-B2F0-B3F1FE89FA9E}" dt="2024-11-05T08:19:10.086" v="106" actId="20577"/>
        <pc:sldMkLst>
          <pc:docMk/>
          <pc:sldMk cId="3466771111" sldId="280"/>
        </pc:sldMkLst>
        <pc:spChg chg="mod">
          <ac:chgData name="Clément ZIANE" userId="aa8721fc-2935-48cf-9afe-91d2e8923272" providerId="ADAL" clId="{AA2D96E2-D14C-4F39-B2F0-B3F1FE89FA9E}" dt="2024-11-05T08:17:59.847" v="42" actId="20577"/>
          <ac:spMkLst>
            <pc:docMk/>
            <pc:sldMk cId="3466771111" sldId="280"/>
            <ac:spMk id="4" creationId="{51A30F00-B55F-0074-96E1-0E9ABDE4FA33}"/>
          </ac:spMkLst>
        </pc:spChg>
        <pc:spChg chg="add mod">
          <ac:chgData name="Clément ZIANE" userId="aa8721fc-2935-48cf-9afe-91d2e8923272" providerId="ADAL" clId="{AA2D96E2-D14C-4F39-B2F0-B3F1FE89FA9E}" dt="2024-11-05T08:19:10.086" v="106" actId="20577"/>
          <ac:spMkLst>
            <pc:docMk/>
            <pc:sldMk cId="3466771111" sldId="280"/>
            <ac:spMk id="6" creationId="{E9132506-F3BE-33BF-FD26-909342714498}"/>
          </ac:spMkLst>
        </pc:spChg>
        <pc:spChg chg="mod">
          <ac:chgData name="Clément ZIANE" userId="aa8721fc-2935-48cf-9afe-91d2e8923272" providerId="ADAL" clId="{AA2D96E2-D14C-4F39-B2F0-B3F1FE89FA9E}" dt="2024-11-05T08:18:46.604" v="80" actId="14100"/>
          <ac:spMkLst>
            <pc:docMk/>
            <pc:sldMk cId="3466771111" sldId="280"/>
            <ac:spMk id="7" creationId="{3D840180-DE1D-C6C4-796B-B4EED15DE224}"/>
          </ac:spMkLst>
        </pc:spChg>
      </pc:sldChg>
      <pc:sldChg chg="modSp mod">
        <pc:chgData name="Clément ZIANE" userId="aa8721fc-2935-48cf-9afe-91d2e8923272" providerId="ADAL" clId="{AA2D96E2-D14C-4F39-B2F0-B3F1FE89FA9E}" dt="2024-11-05T08:26:50.286" v="380" actId="20577"/>
        <pc:sldMkLst>
          <pc:docMk/>
          <pc:sldMk cId="4076398379" sldId="281"/>
        </pc:sldMkLst>
        <pc:spChg chg="mod">
          <ac:chgData name="Clément ZIANE" userId="aa8721fc-2935-48cf-9afe-91d2e8923272" providerId="ADAL" clId="{AA2D96E2-D14C-4F39-B2F0-B3F1FE89FA9E}" dt="2024-11-05T08:26:46.977" v="377" actId="20577"/>
          <ac:spMkLst>
            <pc:docMk/>
            <pc:sldMk cId="4076398379" sldId="281"/>
            <ac:spMk id="4" creationId="{07A2A3F4-4FE0-8D9D-C854-D68DEF3DB85C}"/>
          </ac:spMkLst>
        </pc:spChg>
        <pc:spChg chg="mod">
          <ac:chgData name="Clément ZIANE" userId="aa8721fc-2935-48cf-9afe-91d2e8923272" providerId="ADAL" clId="{AA2D96E2-D14C-4F39-B2F0-B3F1FE89FA9E}" dt="2024-11-05T08:26:50.286" v="380" actId="20577"/>
          <ac:spMkLst>
            <pc:docMk/>
            <pc:sldMk cId="4076398379" sldId="281"/>
            <ac:spMk id="5" creationId="{4B62E099-CBAE-B97F-A2E4-6851A7624ACF}"/>
          </ac:spMkLst>
        </pc:spChg>
      </pc:sldChg>
      <pc:sldChg chg="modSp mod">
        <pc:chgData name="Clément ZIANE" userId="aa8721fc-2935-48cf-9afe-91d2e8923272" providerId="ADAL" clId="{AA2D96E2-D14C-4F39-B2F0-B3F1FE89FA9E}" dt="2024-11-05T08:40:25.136" v="812" actId="20577"/>
        <pc:sldMkLst>
          <pc:docMk/>
          <pc:sldMk cId="540219766" sldId="282"/>
        </pc:sldMkLst>
        <pc:spChg chg="mod">
          <ac:chgData name="Clément ZIANE" userId="aa8721fc-2935-48cf-9afe-91d2e8923272" providerId="ADAL" clId="{AA2D96E2-D14C-4F39-B2F0-B3F1FE89FA9E}" dt="2024-11-05T08:29:39.730" v="602" actId="20577"/>
          <ac:spMkLst>
            <pc:docMk/>
            <pc:sldMk cId="540219766" sldId="282"/>
            <ac:spMk id="4" creationId="{D7A498B5-7D27-AD3D-0F1B-EC0ED0442D03}"/>
          </ac:spMkLst>
        </pc:spChg>
        <pc:spChg chg="mod">
          <ac:chgData name="Clément ZIANE" userId="aa8721fc-2935-48cf-9afe-91d2e8923272" providerId="ADAL" clId="{AA2D96E2-D14C-4F39-B2F0-B3F1FE89FA9E}" dt="2024-11-05T08:40:25.136" v="812" actId="20577"/>
          <ac:spMkLst>
            <pc:docMk/>
            <pc:sldMk cId="540219766" sldId="282"/>
            <ac:spMk id="5" creationId="{AAB291DF-B666-9CFF-03BF-B8DB0C114705}"/>
          </ac:spMkLst>
        </pc:spChg>
        <pc:spChg chg="mod">
          <ac:chgData name="Clément ZIANE" userId="aa8721fc-2935-48cf-9afe-91d2e8923272" providerId="ADAL" clId="{AA2D96E2-D14C-4F39-B2F0-B3F1FE89FA9E}" dt="2024-11-05T08:30:15.496" v="649" actId="20577"/>
          <ac:spMkLst>
            <pc:docMk/>
            <pc:sldMk cId="540219766" sldId="282"/>
            <ac:spMk id="7" creationId="{87C96A1A-E7A2-80E3-9E6A-5A5DA496E800}"/>
          </ac:spMkLst>
        </pc:spChg>
      </pc:sldChg>
      <pc:sldChg chg="modSp mod">
        <pc:chgData name="Clément ZIANE" userId="aa8721fc-2935-48cf-9afe-91d2e8923272" providerId="ADAL" clId="{AA2D96E2-D14C-4F39-B2F0-B3F1FE89FA9E}" dt="2024-11-05T08:40:29.806" v="816" actId="20577"/>
        <pc:sldMkLst>
          <pc:docMk/>
          <pc:sldMk cId="154723390" sldId="283"/>
        </pc:sldMkLst>
        <pc:spChg chg="mod">
          <ac:chgData name="Clément ZIANE" userId="aa8721fc-2935-48cf-9afe-91d2e8923272" providerId="ADAL" clId="{AA2D96E2-D14C-4F39-B2F0-B3F1FE89FA9E}" dt="2024-11-05T08:30:39.525" v="669" actId="20577"/>
          <ac:spMkLst>
            <pc:docMk/>
            <pc:sldMk cId="154723390" sldId="283"/>
            <ac:spMk id="4" creationId="{0F4B7A60-B677-5F79-F4A8-D9115F73B6D0}"/>
          </ac:spMkLst>
        </pc:spChg>
        <pc:spChg chg="mod">
          <ac:chgData name="Clément ZIANE" userId="aa8721fc-2935-48cf-9afe-91d2e8923272" providerId="ADAL" clId="{AA2D96E2-D14C-4F39-B2F0-B3F1FE89FA9E}" dt="2024-11-05T08:40:29.806" v="816" actId="20577"/>
          <ac:spMkLst>
            <pc:docMk/>
            <pc:sldMk cId="154723390" sldId="283"/>
            <ac:spMk id="5" creationId="{79ECAA74-9B32-C8F2-C8E5-EC494832DE49}"/>
          </ac:spMkLst>
        </pc:spChg>
        <pc:spChg chg="mod">
          <ac:chgData name="Clément ZIANE" userId="aa8721fc-2935-48cf-9afe-91d2e8923272" providerId="ADAL" clId="{AA2D96E2-D14C-4F39-B2F0-B3F1FE89FA9E}" dt="2024-11-05T08:31:12.624" v="713" actId="207"/>
          <ac:spMkLst>
            <pc:docMk/>
            <pc:sldMk cId="154723390" sldId="283"/>
            <ac:spMk id="7" creationId="{DF24C696-9E2B-BD09-91B8-FE1C7DAE4481}"/>
          </ac:spMkLst>
        </pc:spChg>
      </pc:sldChg>
      <pc:sldChg chg="modSp mod">
        <pc:chgData name="Clément ZIANE" userId="aa8721fc-2935-48cf-9afe-91d2e8923272" providerId="ADAL" clId="{AA2D96E2-D14C-4F39-B2F0-B3F1FE89FA9E}" dt="2024-11-05T08:40:22.037" v="810" actId="20577"/>
        <pc:sldMkLst>
          <pc:docMk/>
          <pc:sldMk cId="2566634661" sldId="284"/>
        </pc:sldMkLst>
        <pc:spChg chg="mod">
          <ac:chgData name="Clément ZIANE" userId="aa8721fc-2935-48cf-9afe-91d2e8923272" providerId="ADAL" clId="{AA2D96E2-D14C-4F39-B2F0-B3F1FE89FA9E}" dt="2024-11-05T08:27:37.812" v="402" actId="20577"/>
          <ac:spMkLst>
            <pc:docMk/>
            <pc:sldMk cId="2566634661" sldId="284"/>
            <ac:spMk id="4" creationId="{2C1F5007-18C1-EA2C-86F1-AC046E4F5705}"/>
          </ac:spMkLst>
        </pc:spChg>
        <pc:spChg chg="mod">
          <ac:chgData name="Clément ZIANE" userId="aa8721fc-2935-48cf-9afe-91d2e8923272" providerId="ADAL" clId="{AA2D96E2-D14C-4F39-B2F0-B3F1FE89FA9E}" dt="2024-11-05T08:40:22.037" v="810" actId="20577"/>
          <ac:spMkLst>
            <pc:docMk/>
            <pc:sldMk cId="2566634661" sldId="284"/>
            <ac:spMk id="5" creationId="{EF19E098-F819-E415-B0CC-F9E7D87593BD}"/>
          </ac:spMkLst>
        </pc:spChg>
        <pc:spChg chg="mod">
          <ac:chgData name="Clément ZIANE" userId="aa8721fc-2935-48cf-9afe-91d2e8923272" providerId="ADAL" clId="{AA2D96E2-D14C-4F39-B2F0-B3F1FE89FA9E}" dt="2024-11-05T08:29:15.402" v="595" actId="207"/>
          <ac:spMkLst>
            <pc:docMk/>
            <pc:sldMk cId="2566634661" sldId="284"/>
            <ac:spMk id="7" creationId="{C87E0D8E-E972-E4E8-39AD-3C0484D5ED72}"/>
          </ac:spMkLst>
        </pc:spChg>
      </pc:sldChg>
      <pc:sldChg chg="modSp mod">
        <pc:chgData name="Clément ZIANE" userId="aa8721fc-2935-48cf-9afe-91d2e8923272" providerId="ADAL" clId="{AA2D96E2-D14C-4F39-B2F0-B3F1FE89FA9E}" dt="2024-11-05T08:41:02.178" v="821" actId="20577"/>
        <pc:sldMkLst>
          <pc:docMk/>
          <pc:sldMk cId="2659161367" sldId="285"/>
        </pc:sldMkLst>
        <pc:spChg chg="mod">
          <ac:chgData name="Clément ZIANE" userId="aa8721fc-2935-48cf-9afe-91d2e8923272" providerId="ADAL" clId="{AA2D96E2-D14C-4F39-B2F0-B3F1FE89FA9E}" dt="2024-11-05T08:38:40.429" v="784" actId="20577"/>
          <ac:spMkLst>
            <pc:docMk/>
            <pc:sldMk cId="2659161367" sldId="285"/>
            <ac:spMk id="4" creationId="{07003851-AC45-FF94-F557-B8FC667BE6A1}"/>
          </ac:spMkLst>
        </pc:spChg>
        <pc:spChg chg="mod">
          <ac:chgData name="Clément ZIANE" userId="aa8721fc-2935-48cf-9afe-91d2e8923272" providerId="ADAL" clId="{AA2D96E2-D14C-4F39-B2F0-B3F1FE89FA9E}" dt="2024-11-05T08:41:02.178" v="821" actId="20577"/>
          <ac:spMkLst>
            <pc:docMk/>
            <pc:sldMk cId="2659161367" sldId="285"/>
            <ac:spMk id="5" creationId="{7C214123-1F20-E99C-FD54-9592CDAE6E67}"/>
          </ac:spMkLst>
        </pc:spChg>
        <pc:spChg chg="mod">
          <ac:chgData name="Clément ZIANE" userId="aa8721fc-2935-48cf-9afe-91d2e8923272" providerId="ADAL" clId="{AA2D96E2-D14C-4F39-B2F0-B3F1FE89FA9E}" dt="2024-11-05T08:38:36.060" v="783" actId="20577"/>
          <ac:spMkLst>
            <pc:docMk/>
            <pc:sldMk cId="2659161367" sldId="285"/>
            <ac:spMk id="7" creationId="{DAC46A8F-2878-C8EF-4544-4D2828CC2032}"/>
          </ac:spMkLst>
        </pc:spChg>
      </pc:sldChg>
      <pc:sldChg chg="del">
        <pc:chgData name="Clément ZIANE" userId="aa8721fc-2935-48cf-9afe-91d2e8923272" providerId="ADAL" clId="{AA2D96E2-D14C-4F39-B2F0-B3F1FE89FA9E}" dt="2024-11-05T08:34:54.398" v="736" actId="47"/>
        <pc:sldMkLst>
          <pc:docMk/>
          <pc:sldMk cId="945341660" sldId="286"/>
        </pc:sldMkLst>
      </pc:sldChg>
      <pc:sldChg chg="del">
        <pc:chgData name="Clément ZIANE" userId="aa8721fc-2935-48cf-9afe-91d2e8923272" providerId="ADAL" clId="{AA2D96E2-D14C-4F39-B2F0-B3F1FE89FA9E}" dt="2024-11-05T08:34:58.136" v="737" actId="47"/>
        <pc:sldMkLst>
          <pc:docMk/>
          <pc:sldMk cId="474368303" sldId="287"/>
        </pc:sldMkLst>
      </pc:sldChg>
      <pc:sldChg chg="del">
        <pc:chgData name="Clément ZIANE" userId="aa8721fc-2935-48cf-9afe-91d2e8923272" providerId="ADAL" clId="{AA2D96E2-D14C-4F39-B2F0-B3F1FE89FA9E}" dt="2024-11-05T08:35:12.755" v="739" actId="47"/>
        <pc:sldMkLst>
          <pc:docMk/>
          <pc:sldMk cId="3886049016" sldId="288"/>
        </pc:sldMkLst>
      </pc:sldChg>
      <pc:sldChg chg="modSp mod">
        <pc:chgData name="Clément ZIANE" userId="aa8721fc-2935-48cf-9afe-91d2e8923272" providerId="ADAL" clId="{AA2D96E2-D14C-4F39-B2F0-B3F1FE89FA9E}" dt="2024-11-05T08:41:09.988" v="825" actId="20577"/>
        <pc:sldMkLst>
          <pc:docMk/>
          <pc:sldMk cId="3324974014" sldId="289"/>
        </pc:sldMkLst>
        <pc:spChg chg="mod">
          <ac:chgData name="Clément ZIANE" userId="aa8721fc-2935-48cf-9afe-91d2e8923272" providerId="ADAL" clId="{AA2D96E2-D14C-4F39-B2F0-B3F1FE89FA9E}" dt="2024-11-05T08:37:32.975" v="766"/>
          <ac:spMkLst>
            <pc:docMk/>
            <pc:sldMk cId="3324974014" sldId="289"/>
            <ac:spMk id="4" creationId="{0C05A303-75D0-7D28-05A8-959ED45AAB31}"/>
          </ac:spMkLst>
        </pc:spChg>
        <pc:spChg chg="mod">
          <ac:chgData name="Clément ZIANE" userId="aa8721fc-2935-48cf-9afe-91d2e8923272" providerId="ADAL" clId="{AA2D96E2-D14C-4F39-B2F0-B3F1FE89FA9E}" dt="2024-11-05T08:41:09.988" v="825" actId="20577"/>
          <ac:spMkLst>
            <pc:docMk/>
            <pc:sldMk cId="3324974014" sldId="289"/>
            <ac:spMk id="5" creationId="{9230D303-A874-86E1-6609-D1B4B8209C93}"/>
          </ac:spMkLst>
        </pc:spChg>
        <pc:spChg chg="mod">
          <ac:chgData name="Clément ZIANE" userId="aa8721fc-2935-48cf-9afe-91d2e8923272" providerId="ADAL" clId="{AA2D96E2-D14C-4F39-B2F0-B3F1FE89FA9E}" dt="2024-11-05T08:38:11.048" v="777" actId="20577"/>
          <ac:spMkLst>
            <pc:docMk/>
            <pc:sldMk cId="3324974014" sldId="289"/>
            <ac:spMk id="7" creationId="{4F890CA0-733A-C543-FFEE-AC324F67DC6D}"/>
          </ac:spMkLst>
        </pc:spChg>
      </pc:sldChg>
      <pc:sldChg chg="del">
        <pc:chgData name="Clément ZIANE" userId="aa8721fc-2935-48cf-9afe-91d2e8923272" providerId="ADAL" clId="{AA2D96E2-D14C-4F39-B2F0-B3F1FE89FA9E}" dt="2024-11-05T08:35:08.584" v="738" actId="47"/>
        <pc:sldMkLst>
          <pc:docMk/>
          <pc:sldMk cId="2789361602" sldId="290"/>
        </pc:sldMkLst>
      </pc:sldChg>
      <pc:sldChg chg="del">
        <pc:chgData name="Clément ZIANE" userId="aa8721fc-2935-48cf-9afe-91d2e8923272" providerId="ADAL" clId="{AA2D96E2-D14C-4F39-B2F0-B3F1FE89FA9E}" dt="2024-11-05T08:35:08.584" v="738" actId="47"/>
        <pc:sldMkLst>
          <pc:docMk/>
          <pc:sldMk cId="4076553628" sldId="291"/>
        </pc:sldMkLst>
      </pc:sldChg>
      <pc:sldChg chg="del">
        <pc:chgData name="Clément ZIANE" userId="aa8721fc-2935-48cf-9afe-91d2e8923272" providerId="ADAL" clId="{AA2D96E2-D14C-4F39-B2F0-B3F1FE89FA9E}" dt="2024-11-05T08:35:08.584" v="738" actId="47"/>
        <pc:sldMkLst>
          <pc:docMk/>
          <pc:sldMk cId="241930676" sldId="292"/>
        </pc:sldMkLst>
      </pc:sldChg>
      <pc:sldChg chg="del">
        <pc:chgData name="Clément ZIANE" userId="aa8721fc-2935-48cf-9afe-91d2e8923272" providerId="ADAL" clId="{AA2D96E2-D14C-4F39-B2F0-B3F1FE89FA9E}" dt="2024-11-05T08:35:08.584" v="738" actId="47"/>
        <pc:sldMkLst>
          <pc:docMk/>
          <pc:sldMk cId="2176117368" sldId="293"/>
        </pc:sldMkLst>
      </pc:sldChg>
      <pc:sldChg chg="modSp add mod">
        <pc:chgData name="Clément ZIANE" userId="aa8721fc-2935-48cf-9afe-91d2e8923272" providerId="ADAL" clId="{AA2D96E2-D14C-4F39-B2F0-B3F1FE89FA9E}" dt="2024-11-05T08:39:39.888" v="793" actId="20577"/>
        <pc:sldMkLst>
          <pc:docMk/>
          <pc:sldMk cId="917344183" sldId="294"/>
        </pc:sldMkLst>
        <pc:spChg chg="mod">
          <ac:chgData name="Clément ZIANE" userId="aa8721fc-2935-48cf-9afe-91d2e8923272" providerId="ADAL" clId="{AA2D96E2-D14C-4F39-B2F0-B3F1FE89FA9E}" dt="2024-11-05T08:21:00.298" v="123" actId="20577"/>
          <ac:spMkLst>
            <pc:docMk/>
            <pc:sldMk cId="917344183" sldId="294"/>
            <ac:spMk id="4" creationId="{B5E38718-FA83-6977-3F5D-D66F7D9907C8}"/>
          </ac:spMkLst>
        </pc:spChg>
        <pc:spChg chg="mod">
          <ac:chgData name="Clément ZIANE" userId="aa8721fc-2935-48cf-9afe-91d2e8923272" providerId="ADAL" clId="{AA2D96E2-D14C-4F39-B2F0-B3F1FE89FA9E}" dt="2024-11-05T08:39:39.888" v="793" actId="20577"/>
          <ac:spMkLst>
            <pc:docMk/>
            <pc:sldMk cId="917344183" sldId="294"/>
            <ac:spMk id="5" creationId="{C2D90EE3-783A-00EB-5FAE-7DAD426EC3D4}"/>
          </ac:spMkLst>
        </pc:spChg>
        <pc:spChg chg="mod">
          <ac:chgData name="Clément ZIANE" userId="aa8721fc-2935-48cf-9afe-91d2e8923272" providerId="ADAL" clId="{AA2D96E2-D14C-4F39-B2F0-B3F1FE89FA9E}" dt="2024-11-05T08:21:37.412" v="128" actId="313"/>
          <ac:spMkLst>
            <pc:docMk/>
            <pc:sldMk cId="917344183" sldId="294"/>
            <ac:spMk id="7" creationId="{83CBBD12-2734-1A85-A944-63C418EBC0EB}"/>
          </ac:spMkLst>
        </pc:spChg>
      </pc:sldChg>
      <pc:sldChg chg="addSp delSp modSp add mod">
        <pc:chgData name="Clément ZIANE" userId="aa8721fc-2935-48cf-9afe-91d2e8923272" providerId="ADAL" clId="{AA2D96E2-D14C-4F39-B2F0-B3F1FE89FA9E}" dt="2024-11-05T08:39:53.650" v="797" actId="14100"/>
        <pc:sldMkLst>
          <pc:docMk/>
          <pc:sldMk cId="1779450210" sldId="295"/>
        </pc:sldMkLst>
        <pc:spChg chg="mod">
          <ac:chgData name="Clément ZIANE" userId="aa8721fc-2935-48cf-9afe-91d2e8923272" providerId="ADAL" clId="{AA2D96E2-D14C-4F39-B2F0-B3F1FE89FA9E}" dt="2024-11-05T08:22:49.918" v="165" actId="20577"/>
          <ac:spMkLst>
            <pc:docMk/>
            <pc:sldMk cId="1779450210" sldId="295"/>
            <ac:spMk id="4" creationId="{3F4C1B53-DBAA-AE6D-1939-20E4E7A4B579}"/>
          </ac:spMkLst>
        </pc:spChg>
        <pc:spChg chg="mod">
          <ac:chgData name="Clément ZIANE" userId="aa8721fc-2935-48cf-9afe-91d2e8923272" providerId="ADAL" clId="{AA2D96E2-D14C-4F39-B2F0-B3F1FE89FA9E}" dt="2024-11-05T08:39:53.650" v="797" actId="14100"/>
          <ac:spMkLst>
            <pc:docMk/>
            <pc:sldMk cId="1779450210" sldId="295"/>
            <ac:spMk id="5" creationId="{8D742281-DCFC-570C-51EB-535DC00AFB72}"/>
          </ac:spMkLst>
        </pc:spChg>
        <pc:spChg chg="del">
          <ac:chgData name="Clément ZIANE" userId="aa8721fc-2935-48cf-9afe-91d2e8923272" providerId="ADAL" clId="{AA2D96E2-D14C-4F39-B2F0-B3F1FE89FA9E}" dt="2024-11-05T08:22:57.479" v="166" actId="478"/>
          <ac:spMkLst>
            <pc:docMk/>
            <pc:sldMk cId="1779450210" sldId="295"/>
            <ac:spMk id="7" creationId="{4AAB3CDC-D579-4660-6EE5-5D165158DD96}"/>
          </ac:spMkLst>
        </pc:spChg>
        <pc:picChg chg="add mod">
          <ac:chgData name="Clément ZIANE" userId="aa8721fc-2935-48cf-9afe-91d2e8923272" providerId="ADAL" clId="{AA2D96E2-D14C-4F39-B2F0-B3F1FE89FA9E}" dt="2024-11-05T08:23:03.634" v="169" actId="1076"/>
          <ac:picMkLst>
            <pc:docMk/>
            <pc:sldMk cId="1779450210" sldId="295"/>
            <ac:picMk id="6" creationId="{402E4EE3-3AAE-0435-98A9-70AFEC5CC9D6}"/>
          </ac:picMkLst>
        </pc:picChg>
      </pc:sldChg>
      <pc:sldChg chg="modSp add mod ord">
        <pc:chgData name="Clément ZIANE" userId="aa8721fc-2935-48cf-9afe-91d2e8923272" providerId="ADAL" clId="{AA2D96E2-D14C-4F39-B2F0-B3F1FE89FA9E}" dt="2024-11-05T08:40:01.212" v="800" actId="20577"/>
        <pc:sldMkLst>
          <pc:docMk/>
          <pc:sldMk cId="2880412552" sldId="296"/>
        </pc:sldMkLst>
        <pc:spChg chg="mod">
          <ac:chgData name="Clément ZIANE" userId="aa8721fc-2935-48cf-9afe-91d2e8923272" providerId="ADAL" clId="{AA2D96E2-D14C-4F39-B2F0-B3F1FE89FA9E}" dt="2024-11-05T08:23:23.569" v="175"/>
          <ac:spMkLst>
            <pc:docMk/>
            <pc:sldMk cId="2880412552" sldId="296"/>
            <ac:spMk id="4" creationId="{98634971-C588-5BC9-754D-B49A5D31CBFE}"/>
          </ac:spMkLst>
        </pc:spChg>
        <pc:spChg chg="mod">
          <ac:chgData name="Clément ZIANE" userId="aa8721fc-2935-48cf-9afe-91d2e8923272" providerId="ADAL" clId="{AA2D96E2-D14C-4F39-B2F0-B3F1FE89FA9E}" dt="2024-11-05T08:40:01.212" v="800" actId="20577"/>
          <ac:spMkLst>
            <pc:docMk/>
            <pc:sldMk cId="2880412552" sldId="296"/>
            <ac:spMk id="5" creationId="{359BCA68-AA82-63FC-ED9E-D66748FFCED0}"/>
          </ac:spMkLst>
        </pc:spChg>
        <pc:spChg chg="mod">
          <ac:chgData name="Clément ZIANE" userId="aa8721fc-2935-48cf-9afe-91d2e8923272" providerId="ADAL" clId="{AA2D96E2-D14C-4F39-B2F0-B3F1FE89FA9E}" dt="2024-11-05T08:24:13.617" v="239" actId="207"/>
          <ac:spMkLst>
            <pc:docMk/>
            <pc:sldMk cId="2880412552" sldId="296"/>
            <ac:spMk id="7" creationId="{E0447240-297A-E947-D074-5C3F5B3A6FF8}"/>
          </ac:spMkLst>
        </pc:spChg>
      </pc:sldChg>
      <pc:sldChg chg="modSp add mod">
        <pc:chgData name="Clément ZIANE" userId="aa8721fc-2935-48cf-9afe-91d2e8923272" providerId="ADAL" clId="{AA2D96E2-D14C-4F39-B2F0-B3F1FE89FA9E}" dt="2024-11-05T08:40:07.413" v="803" actId="20577"/>
        <pc:sldMkLst>
          <pc:docMk/>
          <pc:sldMk cId="1548561084" sldId="297"/>
        </pc:sldMkLst>
        <pc:spChg chg="mod">
          <ac:chgData name="Clément ZIANE" userId="aa8721fc-2935-48cf-9afe-91d2e8923272" providerId="ADAL" clId="{AA2D96E2-D14C-4F39-B2F0-B3F1FE89FA9E}" dt="2024-11-05T08:24:30.379" v="250" actId="20577"/>
          <ac:spMkLst>
            <pc:docMk/>
            <pc:sldMk cId="1548561084" sldId="297"/>
            <ac:spMk id="4" creationId="{D6C78DE3-C276-F8A1-1F75-B3958F51FF77}"/>
          </ac:spMkLst>
        </pc:spChg>
        <pc:spChg chg="mod">
          <ac:chgData name="Clément ZIANE" userId="aa8721fc-2935-48cf-9afe-91d2e8923272" providerId="ADAL" clId="{AA2D96E2-D14C-4F39-B2F0-B3F1FE89FA9E}" dt="2024-11-05T08:40:07.413" v="803" actId="20577"/>
          <ac:spMkLst>
            <pc:docMk/>
            <pc:sldMk cId="1548561084" sldId="297"/>
            <ac:spMk id="5" creationId="{E23695C3-A9EB-8D3E-0676-E6E772B56535}"/>
          </ac:spMkLst>
        </pc:spChg>
        <pc:spChg chg="mod">
          <ac:chgData name="Clément ZIANE" userId="aa8721fc-2935-48cf-9afe-91d2e8923272" providerId="ADAL" clId="{AA2D96E2-D14C-4F39-B2F0-B3F1FE89FA9E}" dt="2024-11-05T08:25:32.906" v="313" actId="20577"/>
          <ac:spMkLst>
            <pc:docMk/>
            <pc:sldMk cId="1548561084" sldId="297"/>
            <ac:spMk id="7" creationId="{6D026A79-B64D-E122-8FA9-9C39F3372F5D}"/>
          </ac:spMkLst>
        </pc:spChg>
      </pc:sldChg>
      <pc:sldChg chg="addSp delSp modSp add mod">
        <pc:chgData name="Clément ZIANE" userId="aa8721fc-2935-48cf-9afe-91d2e8923272" providerId="ADAL" clId="{AA2D96E2-D14C-4F39-B2F0-B3F1FE89FA9E}" dt="2024-11-05T08:40:13.102" v="806" actId="20577"/>
        <pc:sldMkLst>
          <pc:docMk/>
          <pc:sldMk cId="1234223979" sldId="298"/>
        </pc:sldMkLst>
        <pc:spChg chg="mod">
          <ac:chgData name="Clément ZIANE" userId="aa8721fc-2935-48cf-9afe-91d2e8923272" providerId="ADAL" clId="{AA2D96E2-D14C-4F39-B2F0-B3F1FE89FA9E}" dt="2024-11-05T08:26:12.457" v="353" actId="14100"/>
          <ac:spMkLst>
            <pc:docMk/>
            <pc:sldMk cId="1234223979" sldId="298"/>
            <ac:spMk id="4" creationId="{B2FCC080-CB43-01D9-E9E5-352E6FFCD1F8}"/>
          </ac:spMkLst>
        </pc:spChg>
        <pc:spChg chg="mod">
          <ac:chgData name="Clément ZIANE" userId="aa8721fc-2935-48cf-9afe-91d2e8923272" providerId="ADAL" clId="{AA2D96E2-D14C-4F39-B2F0-B3F1FE89FA9E}" dt="2024-11-05T08:40:13.102" v="806" actId="20577"/>
          <ac:spMkLst>
            <pc:docMk/>
            <pc:sldMk cId="1234223979" sldId="298"/>
            <ac:spMk id="5" creationId="{E5374ED3-3099-74D8-8663-CDA479F46B21}"/>
          </ac:spMkLst>
        </pc:spChg>
        <pc:spChg chg="del">
          <ac:chgData name="Clément ZIANE" userId="aa8721fc-2935-48cf-9afe-91d2e8923272" providerId="ADAL" clId="{AA2D96E2-D14C-4F39-B2F0-B3F1FE89FA9E}" dt="2024-11-05T08:26:19.397" v="354" actId="478"/>
          <ac:spMkLst>
            <pc:docMk/>
            <pc:sldMk cId="1234223979" sldId="298"/>
            <ac:spMk id="7" creationId="{631C62B9-B19A-F50E-A2A9-52BFF3C46B21}"/>
          </ac:spMkLst>
        </pc:spChg>
        <pc:picChg chg="add mod">
          <ac:chgData name="Clément ZIANE" userId="aa8721fc-2935-48cf-9afe-91d2e8923272" providerId="ADAL" clId="{AA2D96E2-D14C-4F39-B2F0-B3F1FE89FA9E}" dt="2024-11-05T08:26:25.540" v="358" actId="1076"/>
          <ac:picMkLst>
            <pc:docMk/>
            <pc:sldMk cId="1234223979" sldId="298"/>
            <ac:picMk id="6" creationId="{208A50FB-FE94-CC0C-0009-6FF6D57D53D7}"/>
          </ac:picMkLst>
        </pc:picChg>
        <pc:picChg chg="add mod">
          <ac:chgData name="Clément ZIANE" userId="aa8721fc-2935-48cf-9afe-91d2e8923272" providerId="ADAL" clId="{AA2D96E2-D14C-4F39-B2F0-B3F1FE89FA9E}" dt="2024-11-05T08:26:36.006" v="362" actId="1076"/>
          <ac:picMkLst>
            <pc:docMk/>
            <pc:sldMk cId="1234223979" sldId="298"/>
            <ac:picMk id="8" creationId="{945E04A9-6F19-D7C7-3E40-8370FE1592A7}"/>
          </ac:picMkLst>
        </pc:picChg>
      </pc:sldChg>
      <pc:sldChg chg="modSp add mod ord">
        <pc:chgData name="Clément ZIANE" userId="aa8721fc-2935-48cf-9afe-91d2e8923272" providerId="ADAL" clId="{AA2D96E2-D14C-4F39-B2F0-B3F1FE89FA9E}" dt="2024-11-05T08:40:57.871" v="819" actId="20577"/>
        <pc:sldMkLst>
          <pc:docMk/>
          <pc:sldMk cId="3279885278" sldId="299"/>
        </pc:sldMkLst>
        <pc:spChg chg="mod">
          <ac:chgData name="Clément ZIANE" userId="aa8721fc-2935-48cf-9afe-91d2e8923272" providerId="ADAL" clId="{AA2D96E2-D14C-4F39-B2F0-B3F1FE89FA9E}" dt="2024-11-05T08:38:43.850" v="785" actId="20577"/>
          <ac:spMkLst>
            <pc:docMk/>
            <pc:sldMk cId="3279885278" sldId="299"/>
            <ac:spMk id="4" creationId="{A336D74F-3C0D-EFAD-1C79-63E3A2EDAEBE}"/>
          </ac:spMkLst>
        </pc:spChg>
        <pc:spChg chg="mod">
          <ac:chgData name="Clément ZIANE" userId="aa8721fc-2935-48cf-9afe-91d2e8923272" providerId="ADAL" clId="{AA2D96E2-D14C-4F39-B2F0-B3F1FE89FA9E}" dt="2024-11-05T08:40:57.871" v="819" actId="20577"/>
          <ac:spMkLst>
            <pc:docMk/>
            <pc:sldMk cId="3279885278" sldId="299"/>
            <ac:spMk id="5" creationId="{25C2E5E3-9B67-9A70-EF56-D5A6B308C87E}"/>
          </ac:spMkLst>
        </pc:spChg>
        <pc:spChg chg="mod ord">
          <ac:chgData name="Clément ZIANE" userId="aa8721fc-2935-48cf-9afe-91d2e8923272" providerId="ADAL" clId="{AA2D96E2-D14C-4F39-B2F0-B3F1FE89FA9E}" dt="2024-11-05T08:40:51.223" v="817" actId="167"/>
          <ac:spMkLst>
            <pc:docMk/>
            <pc:sldMk cId="3279885278" sldId="299"/>
            <ac:spMk id="7" creationId="{55C4F8FC-B5EA-7FF9-51AB-4E4BFA22715A}"/>
          </ac:spMkLst>
        </pc:spChg>
      </pc:sldChg>
      <pc:sldChg chg="modSp add mod">
        <pc:chgData name="Clément ZIANE" userId="aa8721fc-2935-48cf-9afe-91d2e8923272" providerId="ADAL" clId="{AA2D96E2-D14C-4F39-B2F0-B3F1FE89FA9E}" dt="2024-11-05T08:41:05.799" v="823" actId="20577"/>
        <pc:sldMkLst>
          <pc:docMk/>
          <pc:sldMk cId="2277267597" sldId="300"/>
        </pc:sldMkLst>
        <pc:spChg chg="mod">
          <ac:chgData name="Clément ZIANE" userId="aa8721fc-2935-48cf-9afe-91d2e8923272" providerId="ADAL" clId="{AA2D96E2-D14C-4F39-B2F0-B3F1FE89FA9E}" dt="2024-11-05T08:41:05.799" v="823" actId="20577"/>
          <ac:spMkLst>
            <pc:docMk/>
            <pc:sldMk cId="2277267597" sldId="300"/>
            <ac:spMk id="5" creationId="{3CBBC1A8-6642-F2C8-80F7-7FCCA5B17F45}"/>
          </ac:spMkLst>
        </pc:spChg>
        <pc:spChg chg="mod">
          <ac:chgData name="Clément ZIANE" userId="aa8721fc-2935-48cf-9afe-91d2e8923272" providerId="ADAL" clId="{AA2D96E2-D14C-4F39-B2F0-B3F1FE89FA9E}" dt="2024-11-05T08:39:17.584" v="792" actId="207"/>
          <ac:spMkLst>
            <pc:docMk/>
            <pc:sldMk cId="2277267597" sldId="300"/>
            <ac:spMk id="7" creationId="{554B29A1-7799-9F5C-F720-5EFA9C50149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TAgs/default.asp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6684213"/>
            <a:ext cx="16230600" cy="1596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dirty="0">
                <a:solidFill>
                  <a:srgbClr val="910048"/>
                </a:solidFill>
                <a:latin typeface="League Spartan"/>
              </a:rPr>
              <a:t>Cohort: S24</a:t>
            </a:r>
          </a:p>
          <a:p>
            <a:pPr algn="ctr">
              <a:lnSpc>
                <a:spcPts val="4200"/>
              </a:lnSpc>
            </a:pPr>
            <a:r>
              <a:rPr lang="en-US" sz="3000" dirty="0">
                <a:solidFill>
                  <a:srgbClr val="910048"/>
                </a:solidFill>
                <a:latin typeface="League Spartan"/>
              </a:rPr>
              <a:t>Course name: Web Engineering</a:t>
            </a:r>
          </a:p>
          <a:p>
            <a:pPr algn="ctr">
              <a:lnSpc>
                <a:spcPts val="4200"/>
              </a:lnSpc>
            </a:pPr>
            <a:r>
              <a:rPr lang="en-US" sz="3000" dirty="0">
                <a:solidFill>
                  <a:srgbClr val="910048"/>
                </a:solidFill>
                <a:latin typeface="League Spartan"/>
              </a:rPr>
              <a:t>Professor: Clément ZIANE</a:t>
            </a:r>
          </a:p>
        </p:txBody>
      </p:sp>
      <p:sp>
        <p:nvSpPr>
          <p:cNvPr id="3" name="AutoShape 3"/>
          <p:cNvSpPr/>
          <p:nvPr/>
        </p:nvSpPr>
        <p:spPr>
          <a:xfrm>
            <a:off x="5897879" y="8496300"/>
            <a:ext cx="6492240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Box 4"/>
          <p:cNvSpPr txBox="1"/>
          <p:nvPr/>
        </p:nvSpPr>
        <p:spPr>
          <a:xfrm>
            <a:off x="1028700" y="8795977"/>
            <a:ext cx="16230600" cy="349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dirty="0">
                <a:solidFill>
                  <a:srgbClr val="910048"/>
                </a:solidFill>
                <a:latin typeface="League Spartan"/>
              </a:rPr>
              <a:t>https://www.datasciencetech.institute</a:t>
            </a:r>
          </a:p>
        </p:txBody>
      </p:sp>
      <p:sp>
        <p:nvSpPr>
          <p:cNvPr id="5" name="Freeform 5"/>
          <p:cNvSpPr/>
          <p:nvPr/>
        </p:nvSpPr>
        <p:spPr>
          <a:xfrm>
            <a:off x="5318165" y="1329062"/>
            <a:ext cx="7651669" cy="4941703"/>
          </a:xfrm>
          <a:custGeom>
            <a:avLst/>
            <a:gdLst/>
            <a:ahLst/>
            <a:cxnLst/>
            <a:rect l="l" t="t" r="r" b="b"/>
            <a:pathLst>
              <a:path w="7651669" h="4941703">
                <a:moveTo>
                  <a:pt x="0" y="0"/>
                </a:moveTo>
                <a:lnTo>
                  <a:pt x="7651670" y="0"/>
                </a:lnTo>
                <a:lnTo>
                  <a:pt x="7651670" y="4941704"/>
                </a:lnTo>
                <a:lnTo>
                  <a:pt x="0" y="49417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943600" y="490017"/>
            <a:ext cx="7199522" cy="1757883"/>
          </a:xfrm>
          <a:custGeom>
            <a:avLst/>
            <a:gdLst/>
            <a:ahLst/>
            <a:cxnLst/>
            <a:rect l="l" t="t" r="r" b="b"/>
            <a:pathLst>
              <a:path w="7693445" h="1878483">
                <a:moveTo>
                  <a:pt x="0" y="0"/>
                </a:moveTo>
                <a:lnTo>
                  <a:pt x="7693444" y="0"/>
                </a:lnTo>
                <a:lnTo>
                  <a:pt x="7693444" y="1878483"/>
                </a:lnTo>
                <a:lnTo>
                  <a:pt x="0" y="18784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-6784111" y="-2803506"/>
            <a:ext cx="11404820" cy="16553776"/>
          </a:xfrm>
          <a:custGeom>
            <a:avLst/>
            <a:gdLst/>
            <a:ahLst/>
            <a:cxnLst/>
            <a:rect l="l" t="t" r="r" b="b"/>
            <a:pathLst>
              <a:path w="11404820" h="16553776">
                <a:moveTo>
                  <a:pt x="0" y="0"/>
                </a:moveTo>
                <a:lnTo>
                  <a:pt x="11404820" y="0"/>
                </a:lnTo>
                <a:lnTo>
                  <a:pt x="11404820" y="16553776"/>
                </a:lnTo>
                <a:lnTo>
                  <a:pt x="0" y="165537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7000"/>
            </a:blip>
            <a:stretch>
              <a:fillRect t="-6622" r="-98831" b="-6622"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4" name="TextBox 4"/>
          <p:cNvSpPr txBox="1"/>
          <p:nvPr/>
        </p:nvSpPr>
        <p:spPr>
          <a:xfrm>
            <a:off x="4989722" y="3894549"/>
            <a:ext cx="8153400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dirty="0">
                <a:solidFill>
                  <a:srgbClr val="000000"/>
                </a:solidFill>
                <a:latin typeface="League Spartan"/>
              </a:rPr>
              <a:t>Web Engineering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78237" y="5873338"/>
            <a:ext cx="5370909" cy="5443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09"/>
              </a:lnSpc>
            </a:pPr>
            <a:r>
              <a:rPr lang="en-US" sz="3150" dirty="0">
                <a:solidFill>
                  <a:srgbClr val="000000"/>
                </a:solidFill>
                <a:latin typeface="League Spartan"/>
              </a:rPr>
              <a:t>Introduction to Web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1962D1B6-09A0-DE80-8A5A-13AA6C3C3935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/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/>
          <p:cNvSpPr txBox="1"/>
          <p:nvPr/>
        </p:nvSpPr>
        <p:spPr>
          <a:xfrm>
            <a:off x="473074" y="570491"/>
            <a:ext cx="133953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dirty="0">
                <a:solidFill>
                  <a:srgbClr val="000000"/>
                </a:solidFill>
                <a:latin typeface="League Spartan"/>
              </a:rPr>
              <a:t>Summary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065270" y="9499792"/>
            <a:ext cx="157460" cy="480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 dirty="0">
                <a:solidFill>
                  <a:srgbClr val="000000"/>
                </a:solidFill>
                <a:latin typeface="League Spartan"/>
              </a:rPr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21EAC8-27A8-CEEA-AE97-2D38313CD1E1}"/>
              </a:ext>
            </a:extLst>
          </p:cNvPr>
          <p:cNvSpPr txBox="1"/>
          <p:nvPr/>
        </p:nvSpPr>
        <p:spPr>
          <a:xfrm>
            <a:off x="685800" y="2699875"/>
            <a:ext cx="17401893" cy="4534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4409"/>
              </a:lnSpc>
              <a:buFont typeface="+mj-lt"/>
              <a:buAutoNum type="arabicPeriod"/>
            </a:pPr>
            <a:r>
              <a:rPr lang="en-GB" sz="1800" dirty="0">
                <a:solidFill>
                  <a:srgbClr val="000000"/>
                </a:solidFill>
                <a:latin typeface="League Spartan"/>
              </a:rPr>
              <a:t>Introduction</a:t>
            </a:r>
          </a:p>
          <a:p>
            <a:pPr marL="342900" indent="-342900">
              <a:lnSpc>
                <a:spcPts val="4409"/>
              </a:lnSpc>
              <a:buFont typeface="+mj-lt"/>
              <a:buAutoNum type="arabicPeriod"/>
            </a:pPr>
            <a:r>
              <a:rPr lang="en-GB" sz="1800" dirty="0">
                <a:solidFill>
                  <a:srgbClr val="000000"/>
                </a:solidFill>
                <a:latin typeface="League Spartan"/>
              </a:rPr>
              <a:t>HTML &amp; CSS</a:t>
            </a:r>
          </a:p>
          <a:p>
            <a:pPr marL="800100" lvl="1" indent="-342900">
              <a:lnSpc>
                <a:spcPts val="4409"/>
              </a:lnSpc>
              <a:buFont typeface="+mj-lt"/>
              <a:buAutoNum type="arabicPeriod"/>
            </a:pPr>
            <a:r>
              <a:rPr lang="en-GB" dirty="0">
                <a:solidFill>
                  <a:srgbClr val="000000"/>
                </a:solidFill>
                <a:latin typeface="League Spartan"/>
              </a:rPr>
              <a:t>HTML</a:t>
            </a:r>
          </a:p>
          <a:p>
            <a:pPr marL="800100" lvl="1" indent="-342900">
              <a:lnSpc>
                <a:spcPts val="4409"/>
              </a:lnSpc>
              <a:buFont typeface="+mj-lt"/>
              <a:buAutoNum type="arabicPeriod"/>
            </a:pPr>
            <a:r>
              <a:rPr lang="en-GB" dirty="0">
                <a:solidFill>
                  <a:srgbClr val="000000"/>
                </a:solidFill>
                <a:latin typeface="League Spartan"/>
              </a:rPr>
              <a:t>CSS</a:t>
            </a:r>
          </a:p>
          <a:p>
            <a:pPr marL="342900" indent="-342900">
              <a:lnSpc>
                <a:spcPts val="4409"/>
              </a:lnSpc>
              <a:buFont typeface="+mj-lt"/>
              <a:buAutoNum type="arabicPeriod"/>
            </a:pPr>
            <a:r>
              <a:rPr lang="en-GB" sz="1800" dirty="0">
                <a:solidFill>
                  <a:srgbClr val="000000"/>
                </a:solidFill>
                <a:latin typeface="League Spartan"/>
              </a:rPr>
              <a:t>JavaScript</a:t>
            </a:r>
          </a:p>
          <a:p>
            <a:pPr marL="342900" indent="-342900">
              <a:lnSpc>
                <a:spcPts val="4409"/>
              </a:lnSpc>
              <a:buFont typeface="+mj-lt"/>
              <a:buAutoNum type="arabicPeriod"/>
            </a:pPr>
            <a:r>
              <a:rPr lang="en-GB" sz="1800" dirty="0">
                <a:solidFill>
                  <a:srgbClr val="000000"/>
                </a:solidFill>
                <a:latin typeface="League Spartan"/>
              </a:rPr>
              <a:t>ASP.NET</a:t>
            </a:r>
          </a:p>
          <a:p>
            <a:pPr marL="800100" lvl="1" indent="-342900">
              <a:lnSpc>
                <a:spcPts val="4409"/>
              </a:lnSpc>
              <a:buFont typeface="+mj-lt"/>
              <a:buAutoNum type="arabicPeriod"/>
            </a:pPr>
            <a:r>
              <a:rPr lang="en-GB" dirty="0">
                <a:solidFill>
                  <a:srgbClr val="000000"/>
                </a:solidFill>
                <a:latin typeface="League Spartan"/>
              </a:rPr>
              <a:t>MVC</a:t>
            </a:r>
          </a:p>
          <a:p>
            <a:pPr marL="800100" lvl="1" indent="-342900">
              <a:lnSpc>
                <a:spcPts val="4409"/>
              </a:lnSpc>
              <a:buFont typeface="+mj-lt"/>
              <a:buAutoNum type="arabicPeriod"/>
            </a:pPr>
            <a:r>
              <a:rPr lang="en-GB" dirty="0">
                <a:solidFill>
                  <a:srgbClr val="000000"/>
                </a:solidFill>
                <a:latin typeface="League Spartan"/>
              </a:rPr>
              <a:t>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/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Box 4"/>
          <p:cNvSpPr txBox="1"/>
          <p:nvPr/>
        </p:nvSpPr>
        <p:spPr>
          <a:xfrm>
            <a:off x="473074" y="570491"/>
            <a:ext cx="133953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dirty="0">
                <a:solidFill>
                  <a:srgbClr val="000000"/>
                </a:solidFill>
                <a:latin typeface="League Spartan"/>
              </a:rPr>
              <a:t>Web Structure (1/2)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065270" y="9499792"/>
            <a:ext cx="157460" cy="480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 dirty="0">
                <a:solidFill>
                  <a:srgbClr val="000000"/>
                </a:solidFill>
                <a:latin typeface="League Spartan"/>
              </a:rPr>
              <a:t>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F8088D-D24E-B474-F365-1917E17EC7A4}"/>
              </a:ext>
            </a:extLst>
          </p:cNvPr>
          <p:cNvSpPr/>
          <p:nvPr/>
        </p:nvSpPr>
        <p:spPr>
          <a:xfrm>
            <a:off x="4468091" y="5076031"/>
            <a:ext cx="1999464" cy="10019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Browser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6F2C6F-CF48-F571-F65A-961AE7477A6A}"/>
              </a:ext>
            </a:extLst>
          </p:cNvPr>
          <p:cNvSpPr/>
          <p:nvPr/>
        </p:nvSpPr>
        <p:spPr>
          <a:xfrm>
            <a:off x="7924800" y="5076031"/>
            <a:ext cx="1999464" cy="10019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Web Server</a:t>
            </a:r>
          </a:p>
        </p:txBody>
      </p:sp>
      <p:sp>
        <p:nvSpPr>
          <p:cNvPr id="9" name="Flèche : droite 2">
            <a:extLst>
              <a:ext uri="{FF2B5EF4-FFF2-40B4-BE49-F238E27FC236}">
                <a16:creationId xmlns:a16="http://schemas.microsoft.com/office/drawing/2014/main" id="{BF3F63F2-22AD-D2CD-331E-B4A14ED7ACD5}"/>
              </a:ext>
            </a:extLst>
          </p:cNvPr>
          <p:cNvSpPr/>
          <p:nvPr/>
        </p:nvSpPr>
        <p:spPr>
          <a:xfrm>
            <a:off x="6373091" y="5249213"/>
            <a:ext cx="1650468" cy="2981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http request</a:t>
            </a:r>
          </a:p>
        </p:txBody>
      </p:sp>
      <p:sp>
        <p:nvSpPr>
          <p:cNvPr id="10" name="Flèche : gauche 4">
            <a:extLst>
              <a:ext uri="{FF2B5EF4-FFF2-40B4-BE49-F238E27FC236}">
                <a16:creationId xmlns:a16="http://schemas.microsoft.com/office/drawing/2014/main" id="{3C28B83E-F7B6-13F7-54FA-B1C194265029}"/>
              </a:ext>
            </a:extLst>
          </p:cNvPr>
          <p:cNvSpPr/>
          <p:nvPr/>
        </p:nvSpPr>
        <p:spPr>
          <a:xfrm>
            <a:off x="6373091" y="5664849"/>
            <a:ext cx="1628656" cy="29810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http response</a:t>
            </a:r>
          </a:p>
        </p:txBody>
      </p:sp>
      <p:sp>
        <p:nvSpPr>
          <p:cNvPr id="11" name="Ellipse 7">
            <a:extLst>
              <a:ext uri="{FF2B5EF4-FFF2-40B4-BE49-F238E27FC236}">
                <a16:creationId xmlns:a16="http://schemas.microsoft.com/office/drawing/2014/main" id="{411FB0AD-BD27-5112-9D27-A7F4FC241D66}"/>
              </a:ext>
            </a:extLst>
          </p:cNvPr>
          <p:cNvSpPr/>
          <p:nvPr/>
        </p:nvSpPr>
        <p:spPr>
          <a:xfrm>
            <a:off x="10487891" y="4850449"/>
            <a:ext cx="1672279" cy="8797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Web Application</a:t>
            </a:r>
          </a:p>
        </p:txBody>
      </p:sp>
      <p:sp>
        <p:nvSpPr>
          <p:cNvPr id="12" name="Ellipse 9">
            <a:extLst>
              <a:ext uri="{FF2B5EF4-FFF2-40B4-BE49-F238E27FC236}">
                <a16:creationId xmlns:a16="http://schemas.microsoft.com/office/drawing/2014/main" id="{4CDE4BAB-D7E5-8501-51CD-5FD4B6C46751}"/>
              </a:ext>
            </a:extLst>
          </p:cNvPr>
          <p:cNvSpPr/>
          <p:nvPr/>
        </p:nvSpPr>
        <p:spPr>
          <a:xfrm>
            <a:off x="10487891" y="5948867"/>
            <a:ext cx="1672279" cy="8797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Static files</a:t>
            </a:r>
          </a:p>
        </p:txBody>
      </p:sp>
      <p:cxnSp>
        <p:nvCxnSpPr>
          <p:cNvPr id="13" name="Connecteur droit avec flèche 10">
            <a:extLst>
              <a:ext uri="{FF2B5EF4-FFF2-40B4-BE49-F238E27FC236}">
                <a16:creationId xmlns:a16="http://schemas.microsoft.com/office/drawing/2014/main" id="{1B1DF077-7D93-C083-828C-694D28B82BC0}"/>
              </a:ext>
            </a:extLst>
          </p:cNvPr>
          <p:cNvCxnSpPr>
            <a:cxnSpLocks/>
            <a:stCxn id="8" idx="3"/>
            <a:endCxn id="11" idx="3"/>
          </p:cNvCxnSpPr>
          <p:nvPr/>
        </p:nvCxnSpPr>
        <p:spPr>
          <a:xfrm>
            <a:off x="9924264" y="5576999"/>
            <a:ext cx="808527" cy="243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2">
            <a:extLst>
              <a:ext uri="{FF2B5EF4-FFF2-40B4-BE49-F238E27FC236}">
                <a16:creationId xmlns:a16="http://schemas.microsoft.com/office/drawing/2014/main" id="{5D331E5C-E9FB-C57C-4370-3782702F7BAB}"/>
              </a:ext>
            </a:extLst>
          </p:cNvPr>
          <p:cNvCxnSpPr>
            <a:stCxn id="8" idx="3"/>
            <a:endCxn id="12" idx="2"/>
          </p:cNvCxnSpPr>
          <p:nvPr/>
        </p:nvCxnSpPr>
        <p:spPr>
          <a:xfrm>
            <a:off x="9924264" y="5576999"/>
            <a:ext cx="563627" cy="8117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0774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AF7BB1-F741-A6AC-0B54-B723300BD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85D7BEC-96D4-54DE-3FB9-4FCB909173B9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AA7ED25B-70CD-8F78-FAF3-F03047D0F512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1A30F00-B55F-0074-96E1-0E9ABDE4FA33}"/>
              </a:ext>
            </a:extLst>
          </p:cNvPr>
          <p:cNvSpPr txBox="1"/>
          <p:nvPr/>
        </p:nvSpPr>
        <p:spPr>
          <a:xfrm>
            <a:off x="473074" y="570491"/>
            <a:ext cx="133953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dirty="0">
                <a:solidFill>
                  <a:srgbClr val="000000"/>
                </a:solidFill>
                <a:latin typeface="League Spartan"/>
              </a:rPr>
              <a:t>Web Structure(2/2)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D8B47CE9-70FF-10D4-59A5-493CD5A92EBC}"/>
              </a:ext>
            </a:extLst>
          </p:cNvPr>
          <p:cNvSpPr txBox="1"/>
          <p:nvPr/>
        </p:nvSpPr>
        <p:spPr>
          <a:xfrm>
            <a:off x="9065270" y="9499792"/>
            <a:ext cx="157460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 dirty="0">
                <a:solidFill>
                  <a:srgbClr val="000000"/>
                </a:solidFill>
                <a:latin typeface="League Spartan"/>
              </a:rPr>
              <a:t>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840180-DE1D-C6C4-796B-B4EED15DE224}"/>
              </a:ext>
            </a:extLst>
          </p:cNvPr>
          <p:cNvSpPr txBox="1"/>
          <p:nvPr/>
        </p:nvSpPr>
        <p:spPr>
          <a:xfrm>
            <a:off x="473075" y="2127712"/>
            <a:ext cx="7677765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409"/>
              </a:lnSpc>
            </a:pPr>
            <a:r>
              <a:rPr lang="en-GB" sz="2400" dirty="0">
                <a:solidFill>
                  <a:srgbClr val="91194B"/>
                </a:solidFill>
                <a:latin typeface="League Spartan"/>
              </a:rPr>
              <a:t>Front End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000000"/>
                </a:solidFill>
                <a:latin typeface="League Spartan"/>
              </a:rPr>
              <a:t>HTML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000000"/>
                </a:solidFill>
                <a:latin typeface="League Spartan"/>
              </a:rPr>
              <a:t>CSS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000000"/>
                </a:solidFill>
                <a:latin typeface="League Spartan"/>
              </a:rPr>
              <a:t>JavaScript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132506-F3BE-33BF-FD26-909342714498}"/>
              </a:ext>
            </a:extLst>
          </p:cNvPr>
          <p:cNvSpPr txBox="1"/>
          <p:nvPr/>
        </p:nvSpPr>
        <p:spPr>
          <a:xfrm>
            <a:off x="8763000" y="2127712"/>
            <a:ext cx="7677765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409"/>
              </a:lnSpc>
            </a:pPr>
            <a:r>
              <a:rPr lang="en-GB" sz="2400" dirty="0">
                <a:solidFill>
                  <a:srgbClr val="91194B"/>
                </a:solidFill>
                <a:latin typeface="League Spartan"/>
              </a:rPr>
              <a:t>Back End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000000"/>
                </a:solidFill>
                <a:latin typeface="League Spartan"/>
              </a:rPr>
              <a:t>Asp.net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000000"/>
                </a:solidFill>
                <a:latin typeface="League Spartan"/>
              </a:rPr>
              <a:t>Nod.js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000000"/>
                </a:solidFill>
                <a:latin typeface="League Spartan"/>
              </a:rPr>
              <a:t>PHP</a:t>
            </a:r>
          </a:p>
        </p:txBody>
      </p:sp>
    </p:spTree>
    <p:extLst>
      <p:ext uri="{BB962C8B-B14F-4D97-AF65-F5344CB8AC3E}">
        <p14:creationId xmlns:p14="http://schemas.microsoft.com/office/powerpoint/2010/main" val="3466771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/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Box 4"/>
          <p:cNvSpPr txBox="1"/>
          <p:nvPr/>
        </p:nvSpPr>
        <p:spPr>
          <a:xfrm>
            <a:off x="473074" y="570491"/>
            <a:ext cx="133953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dirty="0">
                <a:solidFill>
                  <a:srgbClr val="000000"/>
                </a:solidFill>
                <a:latin typeface="League Spartan"/>
              </a:rPr>
              <a:t>Front end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065270" y="9499792"/>
            <a:ext cx="154930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 dirty="0">
                <a:solidFill>
                  <a:srgbClr val="000000"/>
                </a:solidFill>
                <a:latin typeface="League Spartan"/>
              </a:rPr>
              <a:t>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21EAC8-27A8-CEEA-AE97-2D38313CD1E1}"/>
              </a:ext>
            </a:extLst>
          </p:cNvPr>
          <p:cNvSpPr txBox="1"/>
          <p:nvPr/>
        </p:nvSpPr>
        <p:spPr>
          <a:xfrm>
            <a:off x="473074" y="2127712"/>
            <a:ext cx="17401893" cy="3954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409"/>
              </a:lnSpc>
            </a:pPr>
            <a:r>
              <a:rPr lang="en-GB" sz="1400" dirty="0">
                <a:latin typeface="League Spartan"/>
              </a:rPr>
              <a:t>Front-end web development is the development of the graphical user interface of a website.</a:t>
            </a:r>
          </a:p>
          <a:p>
            <a:pPr>
              <a:lnSpc>
                <a:spcPts val="4409"/>
              </a:lnSpc>
            </a:pPr>
            <a:r>
              <a:rPr lang="en-GB" sz="1400" dirty="0">
                <a:latin typeface="League Spartan"/>
              </a:rPr>
              <a:t>Tools : 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91194B"/>
                </a:solidFill>
                <a:latin typeface="League Spartan"/>
              </a:rPr>
              <a:t>HTML (</a:t>
            </a:r>
            <a:r>
              <a:rPr lang="en-GB" sz="1400" dirty="0" err="1">
                <a:solidFill>
                  <a:srgbClr val="91194B"/>
                </a:solidFill>
                <a:latin typeface="League Spartan"/>
              </a:rPr>
              <a:t>HyperText</a:t>
            </a:r>
            <a:r>
              <a:rPr lang="en-GB" sz="1400" dirty="0">
                <a:solidFill>
                  <a:srgbClr val="91194B"/>
                </a:solidFill>
                <a:latin typeface="League Spartan"/>
              </a:rPr>
              <a:t> Markup Language)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91194B"/>
                </a:solidFill>
                <a:latin typeface="League Spartan"/>
              </a:rPr>
              <a:t>CSS ( Cascading Style  Sheets)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91194B"/>
                </a:solidFill>
                <a:latin typeface="League Spartan"/>
              </a:rPr>
              <a:t>JavaScript</a:t>
            </a:r>
          </a:p>
          <a:p>
            <a:pPr>
              <a:lnSpc>
                <a:spcPts val="4409"/>
              </a:lnSpc>
            </a:pPr>
            <a:endParaRPr lang="en-GB" sz="1400" dirty="0">
              <a:latin typeface="League Spartan"/>
            </a:endParaRPr>
          </a:p>
          <a:p>
            <a:pPr>
              <a:lnSpc>
                <a:spcPts val="4409"/>
              </a:lnSpc>
            </a:pPr>
            <a:r>
              <a:rPr lang="en-GB" sz="1400" dirty="0">
                <a:latin typeface="League Spartan"/>
              </a:rPr>
              <a:t>so that users can view and interact with that website.</a:t>
            </a:r>
          </a:p>
        </p:txBody>
      </p:sp>
    </p:spTree>
    <p:extLst>
      <p:ext uri="{BB962C8B-B14F-4D97-AF65-F5344CB8AC3E}">
        <p14:creationId xmlns:p14="http://schemas.microsoft.com/office/powerpoint/2010/main" val="2949653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6E4F75-E8E8-B7CC-BE9E-9C1739DC3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CE0E345-26F3-FA1A-7616-808EADE50C3A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E318142B-F391-D4F9-BF00-1B01669E3CED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5E38718-FA83-6977-3F5D-D66F7D9907C8}"/>
              </a:ext>
            </a:extLst>
          </p:cNvPr>
          <p:cNvSpPr txBox="1"/>
          <p:nvPr/>
        </p:nvSpPr>
        <p:spPr>
          <a:xfrm>
            <a:off x="473074" y="570491"/>
            <a:ext cx="133953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dirty="0">
                <a:solidFill>
                  <a:srgbClr val="000000"/>
                </a:solidFill>
                <a:latin typeface="League Spartan"/>
              </a:rPr>
              <a:t>Back end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2D90EE3-783A-00EB-5FAE-7DAD426EC3D4}"/>
              </a:ext>
            </a:extLst>
          </p:cNvPr>
          <p:cNvSpPr txBox="1"/>
          <p:nvPr/>
        </p:nvSpPr>
        <p:spPr>
          <a:xfrm>
            <a:off x="9065270" y="9499792"/>
            <a:ext cx="154930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 dirty="0">
                <a:solidFill>
                  <a:srgbClr val="000000"/>
                </a:solidFill>
                <a:latin typeface="League Spartan"/>
              </a:rPr>
              <a:t>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CBBD12-2734-1A85-A944-63C418EBC0EB}"/>
              </a:ext>
            </a:extLst>
          </p:cNvPr>
          <p:cNvSpPr txBox="1"/>
          <p:nvPr/>
        </p:nvSpPr>
        <p:spPr>
          <a:xfrm>
            <a:off x="473074" y="2127712"/>
            <a:ext cx="17401893" cy="3954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409"/>
              </a:lnSpc>
            </a:pPr>
            <a:r>
              <a:rPr lang="en-GB" sz="1400" dirty="0">
                <a:latin typeface="League Spartan"/>
              </a:rPr>
              <a:t>Back-end web development is the development of the server  (core) part of a web application/site.</a:t>
            </a:r>
          </a:p>
          <a:p>
            <a:pPr>
              <a:lnSpc>
                <a:spcPts val="4409"/>
              </a:lnSpc>
            </a:pPr>
            <a:r>
              <a:rPr lang="en-GB" sz="1400" dirty="0">
                <a:latin typeface="League Spartan"/>
              </a:rPr>
              <a:t>Tools : 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91194B"/>
                </a:solidFill>
                <a:latin typeface="League Spartan"/>
              </a:rPr>
              <a:t>PHP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91194B"/>
                </a:solidFill>
                <a:latin typeface="League Spartan"/>
              </a:rPr>
              <a:t>Node.JS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91194B"/>
                </a:solidFill>
                <a:latin typeface="League Spartan"/>
              </a:rPr>
              <a:t>ASP.net</a:t>
            </a:r>
          </a:p>
          <a:p>
            <a:pPr>
              <a:lnSpc>
                <a:spcPts val="4409"/>
              </a:lnSpc>
            </a:pPr>
            <a:endParaRPr lang="en-GB" sz="1400" dirty="0">
              <a:latin typeface="League Spartan"/>
            </a:endParaRPr>
          </a:p>
          <a:p>
            <a:pPr>
              <a:lnSpc>
                <a:spcPts val="4409"/>
              </a:lnSpc>
            </a:pPr>
            <a:r>
              <a:rPr lang="en-GB" sz="1400" dirty="0">
                <a:latin typeface="League Spartan"/>
              </a:rPr>
              <a:t>Return the final content for the web browser</a:t>
            </a:r>
          </a:p>
        </p:txBody>
      </p:sp>
    </p:spTree>
    <p:extLst>
      <p:ext uri="{BB962C8B-B14F-4D97-AF65-F5344CB8AC3E}">
        <p14:creationId xmlns:p14="http://schemas.microsoft.com/office/powerpoint/2010/main" val="917344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943600" y="490017"/>
            <a:ext cx="7199522" cy="1757883"/>
          </a:xfrm>
          <a:custGeom>
            <a:avLst/>
            <a:gdLst/>
            <a:ahLst/>
            <a:cxnLst/>
            <a:rect l="l" t="t" r="r" b="b"/>
            <a:pathLst>
              <a:path w="7693445" h="1878483">
                <a:moveTo>
                  <a:pt x="0" y="0"/>
                </a:moveTo>
                <a:lnTo>
                  <a:pt x="7693444" y="0"/>
                </a:lnTo>
                <a:lnTo>
                  <a:pt x="7693444" y="1878483"/>
                </a:lnTo>
                <a:lnTo>
                  <a:pt x="0" y="18784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-6784111" y="-2803506"/>
            <a:ext cx="11404820" cy="16553776"/>
          </a:xfrm>
          <a:custGeom>
            <a:avLst/>
            <a:gdLst/>
            <a:ahLst/>
            <a:cxnLst/>
            <a:rect l="l" t="t" r="r" b="b"/>
            <a:pathLst>
              <a:path w="11404820" h="16553776">
                <a:moveTo>
                  <a:pt x="0" y="0"/>
                </a:moveTo>
                <a:lnTo>
                  <a:pt x="11404820" y="0"/>
                </a:lnTo>
                <a:lnTo>
                  <a:pt x="11404820" y="16553776"/>
                </a:lnTo>
                <a:lnTo>
                  <a:pt x="0" y="165537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7000"/>
            </a:blip>
            <a:stretch>
              <a:fillRect t="-6622" r="-98831" b="-6622"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4" name="TextBox 4"/>
          <p:cNvSpPr txBox="1"/>
          <p:nvPr/>
        </p:nvSpPr>
        <p:spPr>
          <a:xfrm>
            <a:off x="4989722" y="3894549"/>
            <a:ext cx="8153400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dirty="0">
                <a:solidFill>
                  <a:srgbClr val="000000"/>
                </a:solidFill>
                <a:latin typeface="League Spartan"/>
              </a:rPr>
              <a:t>Web Engineering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78237" y="5873338"/>
            <a:ext cx="5370909" cy="5443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09"/>
              </a:lnSpc>
            </a:pPr>
            <a:r>
              <a:rPr lang="en-US" sz="3150" dirty="0">
                <a:solidFill>
                  <a:srgbClr val="000000"/>
                </a:solidFill>
                <a:latin typeface="League Spartan"/>
              </a:rPr>
              <a:t>HTML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1962D1B6-09A0-DE80-8A5A-13AA6C3C3935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8308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/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/>
          <p:cNvSpPr txBox="1"/>
          <p:nvPr/>
        </p:nvSpPr>
        <p:spPr>
          <a:xfrm>
            <a:off x="473074" y="570491"/>
            <a:ext cx="133953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dirty="0">
                <a:solidFill>
                  <a:srgbClr val="000000"/>
                </a:solidFill>
                <a:latin typeface="League Spartan"/>
              </a:rPr>
              <a:t>What  is HTML 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065270" y="9499792"/>
            <a:ext cx="157460" cy="480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 dirty="0">
                <a:solidFill>
                  <a:srgbClr val="000000"/>
                </a:solidFill>
                <a:latin typeface="League Spartan"/>
              </a:rPr>
              <a:t>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21EAC8-27A8-CEEA-AE97-2D38313CD1E1}"/>
              </a:ext>
            </a:extLst>
          </p:cNvPr>
          <p:cNvSpPr txBox="1"/>
          <p:nvPr/>
        </p:nvSpPr>
        <p:spPr>
          <a:xfrm>
            <a:off x="473074" y="2628900"/>
            <a:ext cx="17401893" cy="1713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409"/>
              </a:lnSpc>
            </a:pPr>
            <a:r>
              <a:rPr lang="en-GB" sz="1800" dirty="0">
                <a:solidFill>
                  <a:srgbClr val="000000"/>
                </a:solidFill>
                <a:latin typeface="League Spartan"/>
              </a:rPr>
              <a:t>The </a:t>
            </a:r>
            <a:r>
              <a:rPr lang="en-GB" sz="1800" dirty="0" err="1">
                <a:solidFill>
                  <a:srgbClr val="91194B"/>
                </a:solidFill>
                <a:latin typeface="League Spartan"/>
              </a:rPr>
              <a:t>HyperText</a:t>
            </a:r>
            <a:r>
              <a:rPr lang="en-GB" sz="1800" dirty="0">
                <a:solidFill>
                  <a:srgbClr val="91194B"/>
                </a:solidFill>
                <a:latin typeface="League Spartan"/>
              </a:rPr>
              <a:t> Markup Language </a:t>
            </a:r>
            <a:r>
              <a:rPr lang="en-GB" sz="1800" dirty="0">
                <a:solidFill>
                  <a:srgbClr val="000000"/>
                </a:solidFill>
                <a:latin typeface="League Spartan"/>
              </a:rPr>
              <a:t>or HTML is the </a:t>
            </a:r>
            <a:r>
              <a:rPr lang="en-GB" sz="1800" dirty="0">
                <a:solidFill>
                  <a:srgbClr val="91194B"/>
                </a:solidFill>
                <a:latin typeface="League Spartan"/>
              </a:rPr>
              <a:t>standard markup language </a:t>
            </a:r>
            <a:r>
              <a:rPr lang="en-GB" sz="1800" dirty="0">
                <a:solidFill>
                  <a:srgbClr val="000000"/>
                </a:solidFill>
                <a:latin typeface="League Spartan"/>
              </a:rPr>
              <a:t>for documents designed to be displayed in a web browser.</a:t>
            </a:r>
          </a:p>
          <a:p>
            <a:pPr>
              <a:lnSpc>
                <a:spcPts val="4409"/>
              </a:lnSpc>
            </a:pPr>
            <a:endParaRPr lang="en-GB" sz="1800" dirty="0">
              <a:solidFill>
                <a:srgbClr val="000000"/>
              </a:solidFill>
              <a:latin typeface="League Spartan"/>
            </a:endParaRPr>
          </a:p>
          <a:p>
            <a:pPr>
              <a:lnSpc>
                <a:spcPts val="4409"/>
              </a:lnSpc>
            </a:pPr>
            <a:r>
              <a:rPr lang="en-GB" sz="1800" dirty="0">
                <a:solidFill>
                  <a:srgbClr val="91194B"/>
                </a:solidFill>
                <a:latin typeface="League Spartan"/>
              </a:rPr>
              <a:t>Based on XML</a:t>
            </a:r>
          </a:p>
        </p:txBody>
      </p:sp>
    </p:spTree>
    <p:extLst>
      <p:ext uri="{BB962C8B-B14F-4D97-AF65-F5344CB8AC3E}">
        <p14:creationId xmlns:p14="http://schemas.microsoft.com/office/powerpoint/2010/main" val="559259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CA1638-050C-478D-B622-3304FDD9D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DC3A83C-3A58-3B39-43AC-CD73427B4ED6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5BF839AE-37BE-D711-524A-88A52F5E7273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F4C1B53-DBAA-AE6D-1939-20E4E7A4B579}"/>
              </a:ext>
            </a:extLst>
          </p:cNvPr>
          <p:cNvSpPr txBox="1"/>
          <p:nvPr/>
        </p:nvSpPr>
        <p:spPr>
          <a:xfrm>
            <a:off x="473074" y="570491"/>
            <a:ext cx="133953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dirty="0">
                <a:solidFill>
                  <a:srgbClr val="000000"/>
                </a:solidFill>
                <a:latin typeface="League Spartan"/>
              </a:rPr>
              <a:t>HTML Example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D742281-DCFC-570C-51EB-535DC00AFB72}"/>
              </a:ext>
            </a:extLst>
          </p:cNvPr>
          <p:cNvSpPr txBox="1"/>
          <p:nvPr/>
        </p:nvSpPr>
        <p:spPr>
          <a:xfrm>
            <a:off x="9065270" y="9499792"/>
            <a:ext cx="535930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 dirty="0">
                <a:solidFill>
                  <a:srgbClr val="000000"/>
                </a:solidFill>
                <a:latin typeface="League Spartan"/>
              </a:rPr>
              <a:t>10</a:t>
            </a:r>
          </a:p>
        </p:txBody>
      </p:sp>
      <p:pic>
        <p:nvPicPr>
          <p:cNvPr id="6" name="Image 4">
            <a:extLst>
              <a:ext uri="{FF2B5EF4-FFF2-40B4-BE49-F238E27FC236}">
                <a16:creationId xmlns:a16="http://schemas.microsoft.com/office/drawing/2014/main" id="{402E4EE3-3AAE-0435-98A9-70AFEC5CC9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550" y="2472905"/>
            <a:ext cx="13758580" cy="6162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4502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D20B10-C8BB-9011-6D71-2C8D67506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F433614-EBED-555E-4E32-4A57B80559B9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9284870B-870A-FC84-893C-4C04E906FCF2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8634971-C588-5BC9-754D-B49A5D31CBFE}"/>
              </a:ext>
            </a:extLst>
          </p:cNvPr>
          <p:cNvSpPr txBox="1"/>
          <p:nvPr/>
        </p:nvSpPr>
        <p:spPr>
          <a:xfrm>
            <a:off x="473074" y="570491"/>
            <a:ext cx="133953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dirty="0">
                <a:solidFill>
                  <a:srgbClr val="000000"/>
                </a:solidFill>
                <a:latin typeface="League Spartan"/>
              </a:rPr>
              <a:t>HTML Tags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59BCA68-AA82-63FC-ED9E-D66748FFCED0}"/>
              </a:ext>
            </a:extLst>
          </p:cNvPr>
          <p:cNvSpPr txBox="1"/>
          <p:nvPr/>
        </p:nvSpPr>
        <p:spPr>
          <a:xfrm>
            <a:off x="9065270" y="9499792"/>
            <a:ext cx="383530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 dirty="0">
                <a:solidFill>
                  <a:srgbClr val="000000"/>
                </a:solidFill>
                <a:latin typeface="League Spartan"/>
              </a:rPr>
              <a:t>11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447240-297A-E947-D074-5C3F5B3A6FF8}"/>
              </a:ext>
            </a:extLst>
          </p:cNvPr>
          <p:cNvSpPr txBox="1"/>
          <p:nvPr/>
        </p:nvSpPr>
        <p:spPr>
          <a:xfrm>
            <a:off x="473074" y="2628900"/>
            <a:ext cx="17401893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409"/>
              </a:lnSpc>
            </a:pPr>
            <a:r>
              <a:rPr lang="en-GB" sz="1800" dirty="0">
                <a:solidFill>
                  <a:srgbClr val="000000"/>
                </a:solidFill>
                <a:latin typeface="League Spartan"/>
              </a:rPr>
              <a:t>Each tags have a meaning :</a:t>
            </a:r>
          </a:p>
          <a:p>
            <a:pPr>
              <a:lnSpc>
                <a:spcPts val="4409"/>
              </a:lnSpc>
            </a:pPr>
            <a:endParaRPr lang="en-GB" sz="1800" dirty="0">
              <a:solidFill>
                <a:srgbClr val="000000"/>
              </a:solidFill>
              <a:latin typeface="League Spartan"/>
            </a:endParaRPr>
          </a:p>
          <a:p>
            <a:pPr>
              <a:lnSpc>
                <a:spcPts val="4409"/>
              </a:lnSpc>
            </a:pPr>
            <a:r>
              <a:rPr lang="en-GB" sz="1800" dirty="0">
                <a:solidFill>
                  <a:srgbClr val="91194B"/>
                </a:solidFill>
                <a:latin typeface="League Sparta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Find list of tags here</a:t>
            </a:r>
            <a:endParaRPr lang="en-GB" sz="1800" dirty="0">
              <a:solidFill>
                <a:srgbClr val="91194B"/>
              </a:solidFill>
              <a:latin typeface="League Spartan"/>
            </a:endParaRPr>
          </a:p>
          <a:p>
            <a:pPr>
              <a:lnSpc>
                <a:spcPts val="4409"/>
              </a:lnSpc>
            </a:pPr>
            <a:r>
              <a:rPr lang="en-GB" sz="1800" dirty="0">
                <a:solidFill>
                  <a:srgbClr val="000000"/>
                </a:solidFill>
                <a:latin typeface="League Spartan"/>
              </a:rPr>
              <a:t>Do  not use tags  for styling but only for semantics</a:t>
            </a:r>
          </a:p>
        </p:txBody>
      </p:sp>
    </p:spTree>
    <p:extLst>
      <p:ext uri="{BB962C8B-B14F-4D97-AF65-F5344CB8AC3E}">
        <p14:creationId xmlns:p14="http://schemas.microsoft.com/office/powerpoint/2010/main" val="28804125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B6EB62-252D-65C7-99BD-63BA23E64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DF196C3-BFFF-9FC7-AC16-CB36CC1A3EF4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EB402916-F770-4885-6C52-2D245CD280E8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6C78DE3-C276-F8A1-1F75-B3958F51FF77}"/>
              </a:ext>
            </a:extLst>
          </p:cNvPr>
          <p:cNvSpPr txBox="1"/>
          <p:nvPr/>
        </p:nvSpPr>
        <p:spPr>
          <a:xfrm>
            <a:off x="473074" y="570491"/>
            <a:ext cx="133953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dirty="0">
                <a:solidFill>
                  <a:srgbClr val="000000"/>
                </a:solidFill>
                <a:latin typeface="League Spartan"/>
              </a:rPr>
              <a:t>Attributes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23695C3-A9EB-8D3E-0676-E6E772B56535}"/>
              </a:ext>
            </a:extLst>
          </p:cNvPr>
          <p:cNvSpPr txBox="1"/>
          <p:nvPr/>
        </p:nvSpPr>
        <p:spPr>
          <a:xfrm>
            <a:off x="9065270" y="9499792"/>
            <a:ext cx="383530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 dirty="0">
                <a:solidFill>
                  <a:srgbClr val="000000"/>
                </a:solidFill>
                <a:latin typeface="League Spartan"/>
              </a:rPr>
              <a:t>12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026A79-B64D-E122-8FA9-9C39F3372F5D}"/>
              </a:ext>
            </a:extLst>
          </p:cNvPr>
          <p:cNvSpPr txBox="1"/>
          <p:nvPr/>
        </p:nvSpPr>
        <p:spPr>
          <a:xfrm>
            <a:off x="473074" y="2628900"/>
            <a:ext cx="17401893" cy="3406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409"/>
              </a:lnSpc>
            </a:pPr>
            <a:r>
              <a:rPr lang="en-GB" sz="1800" dirty="0">
                <a:solidFill>
                  <a:srgbClr val="000000"/>
                </a:solidFill>
                <a:latin typeface="League Spartan"/>
              </a:rPr>
              <a:t>HTML attributes provide </a:t>
            </a:r>
            <a:r>
              <a:rPr lang="en-GB" sz="1800" dirty="0">
                <a:solidFill>
                  <a:srgbClr val="91194B"/>
                </a:solidFill>
                <a:latin typeface="League Spartan"/>
              </a:rPr>
              <a:t>additional information </a:t>
            </a:r>
            <a:r>
              <a:rPr lang="en-GB" sz="1800" dirty="0">
                <a:solidFill>
                  <a:srgbClr val="000000"/>
                </a:solidFill>
                <a:latin typeface="League Spartan"/>
              </a:rPr>
              <a:t>about HTML elements.</a:t>
            </a:r>
            <a:br>
              <a:rPr lang="en-GB" sz="1800" dirty="0">
                <a:solidFill>
                  <a:srgbClr val="000000"/>
                </a:solidFill>
                <a:latin typeface="League Spartan"/>
              </a:rPr>
            </a:br>
            <a:br>
              <a:rPr lang="en-GB" sz="1800" dirty="0">
                <a:solidFill>
                  <a:srgbClr val="000000"/>
                </a:solidFill>
                <a:latin typeface="League Spartan"/>
              </a:rPr>
            </a:br>
            <a:r>
              <a:rPr lang="en-GB" sz="1800" dirty="0">
                <a:solidFill>
                  <a:srgbClr val="000000"/>
                </a:solidFill>
                <a:latin typeface="League Spartan"/>
              </a:rPr>
              <a:t>Examples :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0000"/>
                </a:solidFill>
                <a:latin typeface="League Spartan"/>
              </a:rPr>
              <a:t>class  (identify a group of element)</a:t>
            </a:r>
            <a:endParaRPr lang="en-GB" dirty="0">
              <a:solidFill>
                <a:srgbClr val="000000"/>
              </a:solidFill>
              <a:latin typeface="League Spartan"/>
            </a:endParaRP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0000"/>
                </a:solidFill>
                <a:latin typeface="League Spartan"/>
              </a:rPr>
              <a:t>id (unique) 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0000"/>
                </a:solidFill>
                <a:latin typeface="League Spartan"/>
              </a:rPr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15485610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7DAEC9-C5D5-0F87-EED0-D26F3DDF9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FA1C369-2255-A5AB-59C1-EEE5625FAA36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A98F3E79-5C36-09FE-3130-0E15FA264970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2FCC080-CB43-01D9-E9E5-352E6FFCD1F8}"/>
              </a:ext>
            </a:extLst>
          </p:cNvPr>
          <p:cNvSpPr txBox="1"/>
          <p:nvPr/>
        </p:nvSpPr>
        <p:spPr>
          <a:xfrm>
            <a:off x="473074" y="570491"/>
            <a:ext cx="14766926" cy="1038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dirty="0">
                <a:solidFill>
                  <a:srgbClr val="000000"/>
                </a:solidFill>
                <a:latin typeface="League Spartan"/>
              </a:rPr>
              <a:t>Form : Communicate with back end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5374ED3-3099-74D8-8663-CDA479F46B21}"/>
              </a:ext>
            </a:extLst>
          </p:cNvPr>
          <p:cNvSpPr txBox="1"/>
          <p:nvPr/>
        </p:nvSpPr>
        <p:spPr>
          <a:xfrm>
            <a:off x="9065270" y="9499792"/>
            <a:ext cx="612130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 dirty="0">
                <a:solidFill>
                  <a:srgbClr val="000000"/>
                </a:solidFill>
                <a:latin typeface="League Spartan"/>
              </a:rPr>
              <a:t>13</a:t>
            </a:r>
          </a:p>
        </p:txBody>
      </p:sp>
      <p:pic>
        <p:nvPicPr>
          <p:cNvPr id="6" name="Image 4">
            <a:extLst>
              <a:ext uri="{FF2B5EF4-FFF2-40B4-BE49-F238E27FC236}">
                <a16:creationId xmlns:a16="http://schemas.microsoft.com/office/drawing/2014/main" id="{208A50FB-FE94-CC0C-0009-6FF6D57D53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2288548"/>
            <a:ext cx="14454422" cy="3581399"/>
          </a:xfrm>
          <a:prstGeom prst="rect">
            <a:avLst/>
          </a:prstGeom>
        </p:spPr>
      </p:pic>
      <p:pic>
        <p:nvPicPr>
          <p:cNvPr id="8" name="Image 6">
            <a:extLst>
              <a:ext uri="{FF2B5EF4-FFF2-40B4-BE49-F238E27FC236}">
                <a16:creationId xmlns:a16="http://schemas.microsoft.com/office/drawing/2014/main" id="{945E04A9-6F19-D7C7-3E40-8370FE1592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3501" y="5869947"/>
            <a:ext cx="4546072" cy="2818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2239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155A8A-B5FA-AF88-E315-0870A521D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A8E4CB7-AE94-AF35-F22B-6728D0FB31DF}"/>
              </a:ext>
            </a:extLst>
          </p:cNvPr>
          <p:cNvSpPr/>
          <p:nvPr/>
        </p:nvSpPr>
        <p:spPr>
          <a:xfrm>
            <a:off x="5943600" y="490017"/>
            <a:ext cx="7199522" cy="1757883"/>
          </a:xfrm>
          <a:custGeom>
            <a:avLst/>
            <a:gdLst/>
            <a:ahLst/>
            <a:cxnLst/>
            <a:rect l="l" t="t" r="r" b="b"/>
            <a:pathLst>
              <a:path w="7693445" h="1878483">
                <a:moveTo>
                  <a:pt x="0" y="0"/>
                </a:moveTo>
                <a:lnTo>
                  <a:pt x="7693444" y="0"/>
                </a:lnTo>
                <a:lnTo>
                  <a:pt x="7693444" y="1878483"/>
                </a:lnTo>
                <a:lnTo>
                  <a:pt x="0" y="18784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FD71E76-149C-FFA8-C3FF-6EA40ADDE181}"/>
              </a:ext>
            </a:extLst>
          </p:cNvPr>
          <p:cNvSpPr/>
          <p:nvPr/>
        </p:nvSpPr>
        <p:spPr>
          <a:xfrm>
            <a:off x="-6784111" y="-2803506"/>
            <a:ext cx="11404820" cy="16553776"/>
          </a:xfrm>
          <a:custGeom>
            <a:avLst/>
            <a:gdLst/>
            <a:ahLst/>
            <a:cxnLst/>
            <a:rect l="l" t="t" r="r" b="b"/>
            <a:pathLst>
              <a:path w="11404820" h="16553776">
                <a:moveTo>
                  <a:pt x="0" y="0"/>
                </a:moveTo>
                <a:lnTo>
                  <a:pt x="11404820" y="0"/>
                </a:lnTo>
                <a:lnTo>
                  <a:pt x="11404820" y="16553776"/>
                </a:lnTo>
                <a:lnTo>
                  <a:pt x="0" y="165537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7000"/>
            </a:blip>
            <a:stretch>
              <a:fillRect t="-6622" r="-98831" b="-6622"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7A2A3F4-4FE0-8D9D-C854-D68DEF3DB85C}"/>
              </a:ext>
            </a:extLst>
          </p:cNvPr>
          <p:cNvSpPr txBox="1"/>
          <p:nvPr/>
        </p:nvSpPr>
        <p:spPr>
          <a:xfrm>
            <a:off x="4989722" y="3894549"/>
            <a:ext cx="8153400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dirty="0">
                <a:solidFill>
                  <a:srgbClr val="000000"/>
                </a:solidFill>
                <a:latin typeface="League Spartan"/>
              </a:rPr>
              <a:t>Web Engineering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4B62E099-CBAE-B97F-A2E4-6851A7624ACF}"/>
              </a:ext>
            </a:extLst>
          </p:cNvPr>
          <p:cNvSpPr txBox="1"/>
          <p:nvPr/>
        </p:nvSpPr>
        <p:spPr>
          <a:xfrm>
            <a:off x="6478237" y="5873338"/>
            <a:ext cx="5370909" cy="5443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09"/>
              </a:lnSpc>
            </a:pPr>
            <a:r>
              <a:rPr lang="en-US" sz="3150" dirty="0">
                <a:solidFill>
                  <a:srgbClr val="000000"/>
                </a:solidFill>
                <a:latin typeface="League Spartan"/>
              </a:rPr>
              <a:t>CSS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5168258C-98E5-CBF2-B206-FA0E2AAC3B52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63983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/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/>
          <p:cNvSpPr txBox="1"/>
          <p:nvPr/>
        </p:nvSpPr>
        <p:spPr>
          <a:xfrm>
            <a:off x="473074" y="570491"/>
            <a:ext cx="133953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dirty="0">
                <a:solidFill>
                  <a:srgbClr val="000000"/>
                </a:solidFill>
                <a:latin typeface="League Spartan"/>
              </a:rPr>
              <a:t>CSS Definition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065270" y="9499792"/>
            <a:ext cx="840730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 dirty="0">
                <a:solidFill>
                  <a:srgbClr val="000000"/>
                </a:solidFill>
                <a:latin typeface="League Spartan"/>
              </a:rPr>
              <a:t>15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21EAC8-27A8-CEEA-AE97-2D38313CD1E1}"/>
              </a:ext>
            </a:extLst>
          </p:cNvPr>
          <p:cNvSpPr txBox="1"/>
          <p:nvPr/>
        </p:nvSpPr>
        <p:spPr>
          <a:xfrm>
            <a:off x="473074" y="2628900"/>
            <a:ext cx="17401893" cy="2841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409"/>
              </a:lnSpc>
            </a:pPr>
            <a:r>
              <a:rPr lang="en-GB" sz="1800" dirty="0">
                <a:solidFill>
                  <a:srgbClr val="91194B"/>
                </a:solidFill>
                <a:latin typeface="League Spartan"/>
              </a:rPr>
              <a:t>Cascading Style Sheets (CSS) </a:t>
            </a:r>
            <a:r>
              <a:rPr lang="en-GB" sz="1800" dirty="0">
                <a:solidFill>
                  <a:srgbClr val="000000"/>
                </a:solidFill>
                <a:latin typeface="League Spartan"/>
              </a:rPr>
              <a:t>is a style sheet language used for </a:t>
            </a:r>
            <a:r>
              <a:rPr lang="en-GB" sz="1800" dirty="0">
                <a:solidFill>
                  <a:srgbClr val="91194B"/>
                </a:solidFill>
                <a:latin typeface="League Spartan"/>
              </a:rPr>
              <a:t>describing the presentation of a document written in a markup language </a:t>
            </a:r>
            <a:r>
              <a:rPr lang="en-GB" sz="1800" dirty="0">
                <a:solidFill>
                  <a:srgbClr val="000000"/>
                </a:solidFill>
                <a:latin typeface="League Spartan"/>
              </a:rPr>
              <a:t>such as HTML. </a:t>
            </a:r>
          </a:p>
          <a:p>
            <a:pPr>
              <a:lnSpc>
                <a:spcPts val="4409"/>
              </a:lnSpc>
            </a:pPr>
            <a:endParaRPr lang="en-GB" sz="1800" dirty="0">
              <a:solidFill>
                <a:srgbClr val="000000"/>
              </a:solidFill>
              <a:latin typeface="League Spartan"/>
            </a:endParaRPr>
          </a:p>
          <a:p>
            <a:pPr>
              <a:lnSpc>
                <a:spcPts val="4409"/>
              </a:lnSpc>
            </a:pPr>
            <a:r>
              <a:rPr lang="en-GB" sz="1800" dirty="0">
                <a:solidFill>
                  <a:srgbClr val="000000"/>
                </a:solidFill>
                <a:latin typeface="League Spartan"/>
              </a:rPr>
              <a:t>Use selectors</a:t>
            </a:r>
          </a:p>
          <a:p>
            <a:pPr>
              <a:lnSpc>
                <a:spcPts val="4409"/>
              </a:lnSpc>
            </a:pPr>
            <a:r>
              <a:rPr lang="en-GB" sz="1800" dirty="0">
                <a:solidFill>
                  <a:srgbClr val="000000"/>
                </a:solidFill>
                <a:latin typeface="League Spartan"/>
              </a:rPr>
              <a:t>Style  description</a:t>
            </a:r>
          </a:p>
        </p:txBody>
      </p:sp>
    </p:spTree>
    <p:extLst>
      <p:ext uri="{BB962C8B-B14F-4D97-AF65-F5344CB8AC3E}">
        <p14:creationId xmlns:p14="http://schemas.microsoft.com/office/powerpoint/2010/main" val="19077608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AD5771-C9E0-0E23-B292-304E9B415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AEB6EBE-F4BE-D6FE-C8EB-EC36D3C0F8F3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9E4DECB9-CFD4-5C00-BC98-7BFBDE583227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C1F5007-18C1-EA2C-86F1-AC046E4F5705}"/>
              </a:ext>
            </a:extLst>
          </p:cNvPr>
          <p:cNvSpPr txBox="1"/>
          <p:nvPr/>
        </p:nvSpPr>
        <p:spPr>
          <a:xfrm>
            <a:off x="473074" y="570491"/>
            <a:ext cx="133953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dirty="0">
                <a:solidFill>
                  <a:srgbClr val="000000"/>
                </a:solidFill>
                <a:latin typeface="League Spartan"/>
              </a:rPr>
              <a:t>How ?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F19E098-F819-E415-B0CC-F9E7D87593BD}"/>
              </a:ext>
            </a:extLst>
          </p:cNvPr>
          <p:cNvSpPr txBox="1"/>
          <p:nvPr/>
        </p:nvSpPr>
        <p:spPr>
          <a:xfrm>
            <a:off x="9065270" y="9499792"/>
            <a:ext cx="840730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 dirty="0">
                <a:solidFill>
                  <a:srgbClr val="000000"/>
                </a:solidFill>
                <a:latin typeface="League Spartan"/>
              </a:rPr>
              <a:t>16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7E0D8E-E972-E4E8-39AD-3C0484D5ED72}"/>
              </a:ext>
            </a:extLst>
          </p:cNvPr>
          <p:cNvSpPr txBox="1"/>
          <p:nvPr/>
        </p:nvSpPr>
        <p:spPr>
          <a:xfrm>
            <a:off x="473074" y="2628900"/>
            <a:ext cx="17401893" cy="3406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91194B"/>
                </a:solidFill>
                <a:latin typeface="League Spartan"/>
              </a:rPr>
              <a:t>Internal CSS</a:t>
            </a:r>
            <a:br>
              <a:rPr lang="en-GB" sz="1800" dirty="0">
                <a:solidFill>
                  <a:srgbClr val="000000"/>
                </a:solidFill>
                <a:latin typeface="League Spartan"/>
              </a:rPr>
            </a:br>
            <a:r>
              <a:rPr lang="en-GB" sz="1800" dirty="0">
                <a:solidFill>
                  <a:srgbClr val="000000"/>
                </a:solidFill>
                <a:latin typeface="League Spartan"/>
              </a:rPr>
              <a:t>	Inside HTML file (in header) using </a:t>
            </a:r>
            <a:r>
              <a:rPr lang="en-GB" sz="1800" dirty="0">
                <a:solidFill>
                  <a:srgbClr val="91194B"/>
                </a:solidFill>
                <a:latin typeface="League Spartan"/>
              </a:rPr>
              <a:t>style tag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91194B"/>
                </a:solidFill>
                <a:latin typeface="League Spartan"/>
              </a:rPr>
              <a:t>External  CSS</a:t>
            </a:r>
            <a:br>
              <a:rPr lang="en-GB" sz="1800" dirty="0">
                <a:solidFill>
                  <a:srgbClr val="000000"/>
                </a:solidFill>
                <a:latin typeface="League Spartan"/>
              </a:rPr>
            </a:br>
            <a:r>
              <a:rPr lang="en-GB" sz="1800" dirty="0">
                <a:solidFill>
                  <a:srgbClr val="000000"/>
                </a:solidFill>
                <a:latin typeface="League Spartan"/>
              </a:rPr>
              <a:t>	Separate file included via </a:t>
            </a:r>
            <a:r>
              <a:rPr lang="en-GB" sz="1800" dirty="0">
                <a:solidFill>
                  <a:srgbClr val="91194B"/>
                </a:solidFill>
                <a:latin typeface="League Spartan"/>
              </a:rPr>
              <a:t>link</a:t>
            </a:r>
            <a:r>
              <a:rPr lang="en-GB" sz="1800" dirty="0">
                <a:solidFill>
                  <a:srgbClr val="000000"/>
                </a:solidFill>
                <a:latin typeface="League Spartan"/>
              </a:rPr>
              <a:t> tags in our html file</a:t>
            </a:r>
            <a:endParaRPr lang="en-GB" dirty="0">
              <a:solidFill>
                <a:srgbClr val="000000"/>
              </a:solidFill>
              <a:latin typeface="League Spartan"/>
            </a:endParaRP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91194B"/>
                </a:solidFill>
                <a:latin typeface="League Spartan"/>
              </a:rPr>
              <a:t>Inline Style</a:t>
            </a:r>
            <a:br>
              <a:rPr lang="en-GB" sz="1800" dirty="0">
                <a:solidFill>
                  <a:srgbClr val="000000"/>
                </a:solidFill>
                <a:latin typeface="League Spartan"/>
              </a:rPr>
            </a:br>
            <a:r>
              <a:rPr lang="en-GB" sz="1800" dirty="0">
                <a:solidFill>
                  <a:srgbClr val="000000"/>
                </a:solidFill>
                <a:latin typeface="League Spartan"/>
              </a:rPr>
              <a:t>	Directly inside html element with attribute </a:t>
            </a:r>
            <a:r>
              <a:rPr lang="en-GB" sz="1800" dirty="0">
                <a:solidFill>
                  <a:srgbClr val="91194B"/>
                </a:solidFill>
                <a:latin typeface="League Spartan"/>
              </a:rPr>
              <a:t>style</a:t>
            </a:r>
          </a:p>
        </p:txBody>
      </p:sp>
    </p:spTree>
    <p:extLst>
      <p:ext uri="{BB962C8B-B14F-4D97-AF65-F5344CB8AC3E}">
        <p14:creationId xmlns:p14="http://schemas.microsoft.com/office/powerpoint/2010/main" val="25666346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B09964-2229-1F86-18A7-4C38751AB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B9CC601-875D-735A-2756-292402DFE115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8B2C1EAF-CD6E-39AF-C818-54A6A0363B22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7A498B5-7D27-AD3D-0F1B-EC0ED0442D03}"/>
              </a:ext>
            </a:extLst>
          </p:cNvPr>
          <p:cNvSpPr txBox="1"/>
          <p:nvPr/>
        </p:nvSpPr>
        <p:spPr>
          <a:xfrm>
            <a:off x="473074" y="570491"/>
            <a:ext cx="133953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dirty="0">
                <a:solidFill>
                  <a:srgbClr val="000000"/>
                </a:solidFill>
                <a:latin typeface="League Spartan"/>
              </a:rPr>
              <a:t>Example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AAB291DF-B666-9CFF-03BF-B8DB0C114705}"/>
              </a:ext>
            </a:extLst>
          </p:cNvPr>
          <p:cNvSpPr txBox="1"/>
          <p:nvPr/>
        </p:nvSpPr>
        <p:spPr>
          <a:xfrm>
            <a:off x="9065270" y="9499792"/>
            <a:ext cx="840730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 dirty="0">
                <a:solidFill>
                  <a:srgbClr val="000000"/>
                </a:solidFill>
                <a:latin typeface="League Spartan"/>
              </a:rPr>
              <a:t>17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C96A1A-E7A2-80E3-9E6A-5A5DA496E800}"/>
              </a:ext>
            </a:extLst>
          </p:cNvPr>
          <p:cNvSpPr txBox="1"/>
          <p:nvPr/>
        </p:nvSpPr>
        <p:spPr>
          <a:xfrm>
            <a:off x="473074" y="2628900"/>
            <a:ext cx="17401893" cy="3406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409"/>
              </a:lnSpc>
            </a:pPr>
            <a:r>
              <a:rPr lang="en-GB" sz="1800" dirty="0">
                <a:solidFill>
                  <a:srgbClr val="000000"/>
                </a:solidFill>
                <a:latin typeface="League Spartan"/>
              </a:rPr>
              <a:t>p{</a:t>
            </a:r>
          </a:p>
          <a:p>
            <a:pPr>
              <a:lnSpc>
                <a:spcPts val="4409"/>
              </a:lnSpc>
            </a:pPr>
            <a:r>
              <a:rPr lang="en-GB" sz="1800" dirty="0">
                <a:solidFill>
                  <a:srgbClr val="000000"/>
                </a:solidFill>
                <a:latin typeface="League Spartan"/>
              </a:rPr>
              <a:t> width : 100%</a:t>
            </a:r>
          </a:p>
          <a:p>
            <a:pPr>
              <a:lnSpc>
                <a:spcPts val="4409"/>
              </a:lnSpc>
            </a:pPr>
            <a:r>
              <a:rPr lang="en-GB" sz="1800" dirty="0">
                <a:solidFill>
                  <a:srgbClr val="000000"/>
                </a:solidFill>
                <a:latin typeface="League Spartan"/>
              </a:rPr>
              <a:t>}</a:t>
            </a:r>
          </a:p>
          <a:p>
            <a:pPr>
              <a:lnSpc>
                <a:spcPts val="4409"/>
              </a:lnSpc>
            </a:pPr>
            <a:endParaRPr lang="en-GB" sz="1800" dirty="0">
              <a:solidFill>
                <a:srgbClr val="000000"/>
              </a:solidFill>
              <a:latin typeface="League Spartan"/>
            </a:endParaRPr>
          </a:p>
          <a:p>
            <a:pPr>
              <a:lnSpc>
                <a:spcPts val="4409"/>
              </a:lnSpc>
            </a:pPr>
            <a:r>
              <a:rPr lang="en-GB" dirty="0">
                <a:solidFill>
                  <a:srgbClr val="000000"/>
                </a:solidFill>
                <a:latin typeface="League Spartan"/>
              </a:rPr>
              <a:t>Inline example :</a:t>
            </a:r>
            <a:endParaRPr lang="en-GB" sz="1800" dirty="0">
              <a:solidFill>
                <a:srgbClr val="000000"/>
              </a:solidFill>
              <a:latin typeface="League Spartan"/>
            </a:endParaRPr>
          </a:p>
          <a:p>
            <a:pPr>
              <a:lnSpc>
                <a:spcPts val="4409"/>
              </a:lnSpc>
            </a:pPr>
            <a:r>
              <a:rPr lang="en-GB" sz="1800" dirty="0">
                <a:solidFill>
                  <a:srgbClr val="000000"/>
                </a:solidFill>
                <a:latin typeface="League Spartan"/>
              </a:rPr>
              <a:t>&lt;</a:t>
            </a:r>
            <a:r>
              <a:rPr lang="en-GB" dirty="0">
                <a:solidFill>
                  <a:srgbClr val="000000"/>
                </a:solidFill>
                <a:latin typeface="League Spartan"/>
              </a:rPr>
              <a:t>p s</a:t>
            </a:r>
            <a:r>
              <a:rPr lang="en-GB" sz="1800" dirty="0">
                <a:solidFill>
                  <a:srgbClr val="000000"/>
                </a:solidFill>
                <a:latin typeface="League Spartan"/>
              </a:rPr>
              <a:t>tyle="width:100%“&gt; Hello &lt;/p&gt;</a:t>
            </a:r>
          </a:p>
        </p:txBody>
      </p:sp>
    </p:spTree>
    <p:extLst>
      <p:ext uri="{BB962C8B-B14F-4D97-AF65-F5344CB8AC3E}">
        <p14:creationId xmlns:p14="http://schemas.microsoft.com/office/powerpoint/2010/main" val="5402197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C9577C-6D34-1074-91C9-A391E0168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695FD3D-B2C3-581C-F000-63873C58A04A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3C135605-BEDB-67A6-EEF2-B1ACD9CC1C66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F4B7A60-B677-5F79-F4A8-D9115F73B6D0}"/>
              </a:ext>
            </a:extLst>
          </p:cNvPr>
          <p:cNvSpPr txBox="1"/>
          <p:nvPr/>
        </p:nvSpPr>
        <p:spPr>
          <a:xfrm>
            <a:off x="473074" y="570491"/>
            <a:ext cx="133953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dirty="0">
                <a:solidFill>
                  <a:srgbClr val="000000"/>
                </a:solidFill>
                <a:latin typeface="League Spartan"/>
              </a:rPr>
              <a:t>Relative vs Absolute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79ECAA74-9B32-C8F2-C8E5-EC494832DE49}"/>
              </a:ext>
            </a:extLst>
          </p:cNvPr>
          <p:cNvSpPr txBox="1"/>
          <p:nvPr/>
        </p:nvSpPr>
        <p:spPr>
          <a:xfrm>
            <a:off x="9065270" y="9499792"/>
            <a:ext cx="840730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 dirty="0">
                <a:solidFill>
                  <a:srgbClr val="000000"/>
                </a:solidFill>
                <a:latin typeface="League Spartan"/>
              </a:rPr>
              <a:t>18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24C696-9E2B-BD09-91B8-FE1C7DAE4481}"/>
              </a:ext>
            </a:extLst>
          </p:cNvPr>
          <p:cNvSpPr txBox="1"/>
          <p:nvPr/>
        </p:nvSpPr>
        <p:spPr>
          <a:xfrm>
            <a:off x="473074" y="2628900"/>
            <a:ext cx="17401893" cy="3406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409"/>
              </a:lnSpc>
            </a:pPr>
            <a:r>
              <a:rPr lang="en-GB" sz="1800" dirty="0">
                <a:solidFill>
                  <a:srgbClr val="000000"/>
                </a:solidFill>
                <a:latin typeface="League Spartan"/>
              </a:rPr>
              <a:t>It’s about positioning of elements :</a:t>
            </a:r>
          </a:p>
          <a:p>
            <a:pPr>
              <a:lnSpc>
                <a:spcPts val="4409"/>
              </a:lnSpc>
            </a:pPr>
            <a:endParaRPr lang="en-GB" sz="1800" dirty="0">
              <a:solidFill>
                <a:srgbClr val="000000"/>
              </a:solidFill>
              <a:latin typeface="League Spartan"/>
            </a:endParaRPr>
          </a:p>
          <a:p>
            <a:pPr>
              <a:lnSpc>
                <a:spcPts val="4409"/>
              </a:lnSpc>
            </a:pPr>
            <a:r>
              <a:rPr lang="en-GB" sz="1800" dirty="0">
                <a:solidFill>
                  <a:srgbClr val="000000"/>
                </a:solidFill>
                <a:latin typeface="League Spartan"/>
              </a:rPr>
              <a:t>Relative  refer to </a:t>
            </a:r>
            <a:r>
              <a:rPr lang="en-GB" sz="1800" dirty="0">
                <a:solidFill>
                  <a:srgbClr val="91194B"/>
                </a:solidFill>
                <a:latin typeface="League Spartan"/>
              </a:rPr>
              <a:t>parent  element</a:t>
            </a:r>
          </a:p>
          <a:p>
            <a:pPr>
              <a:lnSpc>
                <a:spcPts val="4409"/>
              </a:lnSpc>
            </a:pPr>
            <a:endParaRPr lang="en-GB" sz="1800" dirty="0">
              <a:solidFill>
                <a:srgbClr val="000000"/>
              </a:solidFill>
              <a:latin typeface="League Spartan"/>
            </a:endParaRPr>
          </a:p>
          <a:p>
            <a:pPr>
              <a:lnSpc>
                <a:spcPts val="4409"/>
              </a:lnSpc>
            </a:pPr>
            <a:r>
              <a:rPr lang="en-GB" sz="1800" dirty="0">
                <a:solidFill>
                  <a:srgbClr val="000000"/>
                </a:solidFill>
                <a:latin typeface="League Spartan"/>
              </a:rPr>
              <a:t>Absolute refer to </a:t>
            </a:r>
            <a:r>
              <a:rPr lang="en-GB" sz="1800" dirty="0">
                <a:solidFill>
                  <a:srgbClr val="91194B"/>
                </a:solidFill>
                <a:latin typeface="League Spartan"/>
              </a:rPr>
              <a:t>the whole document</a:t>
            </a:r>
          </a:p>
          <a:p>
            <a:pPr>
              <a:lnSpc>
                <a:spcPts val="4409"/>
              </a:lnSpc>
            </a:pPr>
            <a:endParaRPr lang="en-US" sz="1800" dirty="0">
              <a:solidFill>
                <a:srgbClr val="000000"/>
              </a:solidFill>
              <a:latin typeface="League Spartan"/>
            </a:endParaRPr>
          </a:p>
        </p:txBody>
      </p:sp>
    </p:spTree>
    <p:extLst>
      <p:ext uri="{BB962C8B-B14F-4D97-AF65-F5344CB8AC3E}">
        <p14:creationId xmlns:p14="http://schemas.microsoft.com/office/powerpoint/2010/main" val="1547233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C4469C-D3E6-015B-E257-9C989D62D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5C4F8FC-B5EA-7FF9-51AB-4E4BFA22715A}"/>
              </a:ext>
            </a:extLst>
          </p:cNvPr>
          <p:cNvSpPr txBox="1"/>
          <p:nvPr/>
        </p:nvSpPr>
        <p:spPr>
          <a:xfrm>
            <a:off x="473074" y="2628900"/>
            <a:ext cx="17401893" cy="7355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409"/>
              </a:lnSpc>
            </a:pPr>
            <a:r>
              <a:rPr lang="en-GB" sz="1800" dirty="0">
                <a:solidFill>
                  <a:srgbClr val="000000"/>
                </a:solidFill>
                <a:latin typeface="League Spartan"/>
              </a:rPr>
              <a:t>Relative values in CSS are values that adjust based on another element or the viewport. They are flexible and change depending on the context. Here are common examples: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91194B"/>
                </a:solidFill>
                <a:latin typeface="League Spartan"/>
              </a:rPr>
              <a:t>Percentage (%)</a:t>
            </a:r>
            <a:r>
              <a:rPr lang="en-GB" sz="1800" dirty="0">
                <a:latin typeface="League Spartan"/>
              </a:rPr>
              <a:t>:</a:t>
            </a:r>
            <a:r>
              <a:rPr lang="en-GB" sz="1800" dirty="0">
                <a:solidFill>
                  <a:srgbClr val="91194B"/>
                </a:solidFill>
                <a:latin typeface="League Spartan"/>
              </a:rPr>
              <a:t> </a:t>
            </a:r>
            <a:r>
              <a:rPr lang="en-GB" sz="1800" dirty="0">
                <a:solidFill>
                  <a:srgbClr val="000000"/>
                </a:solidFill>
                <a:latin typeface="League Spartan"/>
              </a:rPr>
              <a:t>Size based on a percentage of the parent element’s dimensions (width, height, padding, margin, etc.).Example: width: 50% means the element’s width is 50% of its parent’s width.</a:t>
            </a:r>
            <a:br>
              <a:rPr lang="en-GB" sz="1800" dirty="0">
                <a:solidFill>
                  <a:srgbClr val="000000"/>
                </a:solidFill>
                <a:latin typeface="League Spartan"/>
              </a:rPr>
            </a:br>
            <a:endParaRPr lang="en-GB" sz="1800" dirty="0">
              <a:solidFill>
                <a:srgbClr val="000000"/>
              </a:solidFill>
              <a:latin typeface="League Spartan"/>
            </a:endParaRP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91194B"/>
                </a:solidFill>
                <a:latin typeface="League Spartan"/>
              </a:rPr>
              <a:t>Em and Rem:</a:t>
            </a:r>
          </a:p>
          <a:p>
            <a:pPr marL="742950" lvl="1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91194B"/>
                </a:solidFill>
                <a:latin typeface="League Spartan"/>
              </a:rPr>
              <a:t>Em</a:t>
            </a:r>
            <a:r>
              <a:rPr lang="en-GB" dirty="0">
                <a:solidFill>
                  <a:srgbClr val="000000"/>
                </a:solidFill>
                <a:latin typeface="League Spartan"/>
              </a:rPr>
              <a:t>: Relative to the font size of the element or its parent (if nested). For example, 2em means twice the size of the current font size.</a:t>
            </a:r>
          </a:p>
          <a:p>
            <a:pPr marL="742950" lvl="1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91194B"/>
                </a:solidFill>
                <a:latin typeface="League Spartan"/>
              </a:rPr>
              <a:t>Rem</a:t>
            </a:r>
            <a:r>
              <a:rPr lang="en-GB" dirty="0">
                <a:solidFill>
                  <a:srgbClr val="000000"/>
                </a:solidFill>
                <a:latin typeface="League Spartan"/>
              </a:rPr>
              <a:t>: Relative to the root element’s font size (&lt;html&gt;). 1rem is equal to the font size of the root element, making it consistent across the page.</a:t>
            </a:r>
            <a:br>
              <a:rPr lang="en-GB" dirty="0">
                <a:solidFill>
                  <a:srgbClr val="000000"/>
                </a:solidFill>
                <a:latin typeface="League Spartan"/>
              </a:rPr>
            </a:br>
            <a:endParaRPr lang="en-GB" dirty="0">
              <a:solidFill>
                <a:srgbClr val="000000"/>
              </a:solidFill>
              <a:latin typeface="League Spartan"/>
            </a:endParaRP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91194B"/>
                </a:solidFill>
                <a:latin typeface="League Spartan"/>
              </a:rPr>
              <a:t>Viewport Units</a:t>
            </a:r>
            <a:r>
              <a:rPr lang="en-GB" sz="1800" dirty="0">
                <a:solidFill>
                  <a:srgbClr val="000000"/>
                </a:solidFill>
                <a:latin typeface="League Spartan"/>
              </a:rPr>
              <a:t>:</a:t>
            </a:r>
          </a:p>
          <a:p>
            <a:pPr marL="742950" lvl="1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latin typeface="League Spartan"/>
              </a:rPr>
              <a:t> </a:t>
            </a:r>
            <a:r>
              <a:rPr lang="en-GB" dirty="0" err="1">
                <a:solidFill>
                  <a:srgbClr val="91194B"/>
                </a:solidFill>
                <a:latin typeface="League Spartan"/>
              </a:rPr>
              <a:t>vw</a:t>
            </a:r>
            <a:r>
              <a:rPr lang="en-GB" dirty="0">
                <a:solidFill>
                  <a:srgbClr val="000000"/>
                </a:solidFill>
                <a:latin typeface="League Spartan"/>
              </a:rPr>
              <a:t> (viewport width): Relative to 1% of the viewport width.</a:t>
            </a:r>
          </a:p>
          <a:p>
            <a:pPr marL="742950" lvl="1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GB" dirty="0" err="1">
                <a:solidFill>
                  <a:srgbClr val="91194B"/>
                </a:solidFill>
                <a:latin typeface="League Spartan"/>
              </a:rPr>
              <a:t>vh</a:t>
            </a:r>
            <a:r>
              <a:rPr lang="en-GB" dirty="0">
                <a:solidFill>
                  <a:srgbClr val="000000"/>
                </a:solidFill>
                <a:latin typeface="League Spartan"/>
              </a:rPr>
              <a:t> (viewport height): Relative to 1% of the viewport height.</a:t>
            </a:r>
            <a:endParaRPr lang="en-US" sz="1400" dirty="0">
              <a:solidFill>
                <a:srgbClr val="000000"/>
              </a:solidFill>
              <a:latin typeface="League Spartan"/>
            </a:endParaRPr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A0D78590-745A-FB48-7137-1646ABC977F3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5F66705-C1D9-0243-E0EE-F965B24C7399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336D74F-3C0D-EFAD-1C79-63E3A2EDAEBE}"/>
              </a:ext>
            </a:extLst>
          </p:cNvPr>
          <p:cNvSpPr txBox="1"/>
          <p:nvPr/>
        </p:nvSpPr>
        <p:spPr>
          <a:xfrm>
            <a:off x="473074" y="570491"/>
            <a:ext cx="15071726" cy="1038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dirty="0">
                <a:solidFill>
                  <a:srgbClr val="000000"/>
                </a:solidFill>
                <a:latin typeface="League Spartan"/>
              </a:rPr>
              <a:t>Relative values vs fixed values (1/3)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25C2E5E3-9B67-9A70-EF56-D5A6B308C87E}"/>
              </a:ext>
            </a:extLst>
          </p:cNvPr>
          <p:cNvSpPr txBox="1"/>
          <p:nvPr/>
        </p:nvSpPr>
        <p:spPr>
          <a:xfrm>
            <a:off x="9065270" y="9499792"/>
            <a:ext cx="840730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 dirty="0">
                <a:solidFill>
                  <a:srgbClr val="000000"/>
                </a:solidFill>
                <a:latin typeface="League Spartan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32798852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1C3C92-FE38-7978-FF5D-FBA72FFE8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BD9F781-A389-3D76-4B3E-C327391EAC2F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C4DFEEF5-0410-9DFE-DD04-CEE4AC4B99FD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7003851-AC45-FF94-F557-B8FC667BE6A1}"/>
              </a:ext>
            </a:extLst>
          </p:cNvPr>
          <p:cNvSpPr txBox="1"/>
          <p:nvPr/>
        </p:nvSpPr>
        <p:spPr>
          <a:xfrm>
            <a:off x="473074" y="570491"/>
            <a:ext cx="15071726" cy="1038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dirty="0">
                <a:solidFill>
                  <a:srgbClr val="000000"/>
                </a:solidFill>
                <a:latin typeface="League Spartan"/>
              </a:rPr>
              <a:t>Relative values vs fixed values (2/3)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7C214123-1F20-E99C-FD54-9592CDAE6E67}"/>
              </a:ext>
            </a:extLst>
          </p:cNvPr>
          <p:cNvSpPr txBox="1"/>
          <p:nvPr/>
        </p:nvSpPr>
        <p:spPr>
          <a:xfrm>
            <a:off x="9065270" y="9499792"/>
            <a:ext cx="840730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 dirty="0">
                <a:solidFill>
                  <a:srgbClr val="000000"/>
                </a:solidFill>
                <a:latin typeface="League Spartan"/>
              </a:rPr>
              <a:t>20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C46A8F-2878-C8EF-4544-4D2828CC2032}"/>
              </a:ext>
            </a:extLst>
          </p:cNvPr>
          <p:cNvSpPr txBox="1"/>
          <p:nvPr/>
        </p:nvSpPr>
        <p:spPr>
          <a:xfrm>
            <a:off x="473074" y="2628900"/>
            <a:ext cx="17401893" cy="4534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409"/>
              </a:lnSpc>
            </a:pPr>
            <a:r>
              <a:rPr lang="en-GB" sz="1800" dirty="0">
                <a:solidFill>
                  <a:srgbClr val="000000"/>
                </a:solidFill>
                <a:latin typeface="League Spartan"/>
              </a:rPr>
              <a:t>Absolute values in CSS are fixed and don’t change based on parent or viewport size. They provide a precise measurement that remains the same across different contexts. Examples include:</a:t>
            </a:r>
            <a:br>
              <a:rPr lang="en-GB" sz="1800" dirty="0">
                <a:solidFill>
                  <a:srgbClr val="000000"/>
                </a:solidFill>
                <a:latin typeface="League Spartan"/>
              </a:rPr>
            </a:br>
            <a:endParaRPr lang="en-GB" sz="1800" dirty="0">
              <a:solidFill>
                <a:srgbClr val="000000"/>
              </a:solidFill>
              <a:latin typeface="League Spartan"/>
            </a:endParaRP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0000"/>
                </a:solidFill>
                <a:latin typeface="League Spartan"/>
              </a:rPr>
              <a:t>Pixels (</a:t>
            </a:r>
            <a:r>
              <a:rPr lang="en-GB" sz="1800" dirty="0" err="1">
                <a:solidFill>
                  <a:srgbClr val="000000"/>
                </a:solidFill>
                <a:latin typeface="League Spartan"/>
              </a:rPr>
              <a:t>px</a:t>
            </a:r>
            <a:r>
              <a:rPr lang="en-GB" sz="1800" dirty="0">
                <a:solidFill>
                  <a:srgbClr val="000000"/>
                </a:solidFill>
                <a:latin typeface="League Spartan"/>
              </a:rPr>
              <a:t>): Fixed number of pixels. For example, width: 100px will always render as 100 pixels wide, regardless of the viewport or parent size.</a:t>
            </a:r>
            <a:br>
              <a:rPr lang="en-GB" sz="1800" dirty="0">
                <a:solidFill>
                  <a:srgbClr val="000000"/>
                </a:solidFill>
                <a:latin typeface="League Spartan"/>
              </a:rPr>
            </a:br>
            <a:endParaRPr lang="en-GB" sz="1800" dirty="0">
              <a:solidFill>
                <a:srgbClr val="000000"/>
              </a:solidFill>
              <a:latin typeface="League Spartan"/>
            </a:endParaRP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0000"/>
                </a:solidFill>
                <a:latin typeface="League Spartan"/>
              </a:rPr>
              <a:t>Points (pt), </a:t>
            </a:r>
            <a:r>
              <a:rPr lang="en-GB" sz="1800" dirty="0" err="1">
                <a:solidFill>
                  <a:srgbClr val="000000"/>
                </a:solidFill>
                <a:latin typeface="League Spartan"/>
              </a:rPr>
              <a:t>centimeters</a:t>
            </a:r>
            <a:r>
              <a:rPr lang="en-GB" sz="1800" dirty="0">
                <a:solidFill>
                  <a:srgbClr val="000000"/>
                </a:solidFill>
                <a:latin typeface="League Spartan"/>
              </a:rPr>
              <a:t> (cm), inches (in): Primarily used in print media, these are also fixed and rarely used in web layouts due to their inflexibility.</a:t>
            </a:r>
          </a:p>
        </p:txBody>
      </p:sp>
    </p:spTree>
    <p:extLst>
      <p:ext uri="{BB962C8B-B14F-4D97-AF65-F5344CB8AC3E}">
        <p14:creationId xmlns:p14="http://schemas.microsoft.com/office/powerpoint/2010/main" val="26591613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57B70F-2492-1A7D-AD1C-373999690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FE224A0-21E6-8D9E-2D4B-196BEAED1A60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E01DD1C3-C76B-6E28-899E-F6FC6F336C6D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0E82AC6-9522-8491-580B-4D60D321C284}"/>
              </a:ext>
            </a:extLst>
          </p:cNvPr>
          <p:cNvSpPr txBox="1"/>
          <p:nvPr/>
        </p:nvSpPr>
        <p:spPr>
          <a:xfrm>
            <a:off x="473074" y="570491"/>
            <a:ext cx="15071726" cy="1038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dirty="0">
                <a:solidFill>
                  <a:srgbClr val="000000"/>
                </a:solidFill>
                <a:latin typeface="League Spartan"/>
              </a:rPr>
              <a:t>Relative values vs fixed values (2/3)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CBBC1A8-6642-F2C8-80F7-7FCCA5B17F45}"/>
              </a:ext>
            </a:extLst>
          </p:cNvPr>
          <p:cNvSpPr txBox="1"/>
          <p:nvPr/>
        </p:nvSpPr>
        <p:spPr>
          <a:xfrm>
            <a:off x="9065270" y="9499792"/>
            <a:ext cx="840730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 dirty="0">
                <a:solidFill>
                  <a:srgbClr val="000000"/>
                </a:solidFill>
                <a:latin typeface="League Spartan"/>
              </a:rPr>
              <a:t>21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4B29A1-7799-9F5C-F720-5EFA9C50149A}"/>
              </a:ext>
            </a:extLst>
          </p:cNvPr>
          <p:cNvSpPr txBox="1"/>
          <p:nvPr/>
        </p:nvSpPr>
        <p:spPr>
          <a:xfrm>
            <a:off x="473074" y="2628900"/>
            <a:ext cx="17401893" cy="1713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409"/>
              </a:lnSpc>
            </a:pPr>
            <a:r>
              <a:rPr lang="en-GB" sz="1800" dirty="0">
                <a:solidFill>
                  <a:srgbClr val="000000"/>
                </a:solidFill>
                <a:latin typeface="League Spartan"/>
              </a:rPr>
              <a:t>When to Use Each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0000"/>
                </a:solidFill>
                <a:latin typeface="League Spartan"/>
              </a:rPr>
              <a:t>Use relative values when you want your design to </a:t>
            </a:r>
            <a:r>
              <a:rPr lang="en-GB" sz="1800" dirty="0">
                <a:solidFill>
                  <a:srgbClr val="91194B"/>
                </a:solidFill>
                <a:latin typeface="League Spartan"/>
              </a:rPr>
              <a:t>adapt to different screen sizes and layouts </a:t>
            </a:r>
            <a:r>
              <a:rPr lang="en-GB" sz="1800" dirty="0">
                <a:solidFill>
                  <a:srgbClr val="000000"/>
                </a:solidFill>
                <a:latin typeface="League Spartan"/>
              </a:rPr>
              <a:t>(responsive design).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0000"/>
                </a:solidFill>
                <a:latin typeface="League Spartan"/>
              </a:rPr>
              <a:t>Use absolute values when you need fixed sizes, such as for </a:t>
            </a:r>
            <a:r>
              <a:rPr lang="en-GB" sz="1800" dirty="0">
                <a:solidFill>
                  <a:srgbClr val="91194B"/>
                </a:solidFill>
                <a:latin typeface="League Spartan"/>
              </a:rPr>
              <a:t>small interface icons or specific layout elements </a:t>
            </a:r>
            <a:r>
              <a:rPr lang="en-GB" sz="1800" dirty="0">
                <a:solidFill>
                  <a:srgbClr val="000000"/>
                </a:solidFill>
                <a:latin typeface="League Spartan"/>
              </a:rPr>
              <a:t>where precision is key.</a:t>
            </a:r>
          </a:p>
        </p:txBody>
      </p:sp>
    </p:spTree>
    <p:extLst>
      <p:ext uri="{BB962C8B-B14F-4D97-AF65-F5344CB8AC3E}">
        <p14:creationId xmlns:p14="http://schemas.microsoft.com/office/powerpoint/2010/main" val="22772675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F8BE1D-3943-9CD4-9D13-3DC15627D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E94FCD7-84F2-6BA0-6EAC-4139CA4EEAD1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AAD773A1-A45E-4B9E-D28D-47656FB197E1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C05A303-75D0-7D28-05A8-959ED45AAB31}"/>
              </a:ext>
            </a:extLst>
          </p:cNvPr>
          <p:cNvSpPr txBox="1"/>
          <p:nvPr/>
        </p:nvSpPr>
        <p:spPr>
          <a:xfrm>
            <a:off x="473074" y="570491"/>
            <a:ext cx="133953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dirty="0">
                <a:solidFill>
                  <a:srgbClr val="000000"/>
                </a:solidFill>
                <a:latin typeface="League Spartan"/>
              </a:rPr>
              <a:t>Colors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230D303-A874-86E1-6609-D1B4B8209C93}"/>
              </a:ext>
            </a:extLst>
          </p:cNvPr>
          <p:cNvSpPr txBox="1"/>
          <p:nvPr/>
        </p:nvSpPr>
        <p:spPr>
          <a:xfrm>
            <a:off x="9065270" y="9499792"/>
            <a:ext cx="840730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 dirty="0">
                <a:solidFill>
                  <a:srgbClr val="000000"/>
                </a:solidFill>
                <a:latin typeface="League Spartan"/>
              </a:rPr>
              <a:t>22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890CA0-733A-C543-FFEE-AC324F67DC6D}"/>
              </a:ext>
            </a:extLst>
          </p:cNvPr>
          <p:cNvSpPr txBox="1"/>
          <p:nvPr/>
        </p:nvSpPr>
        <p:spPr>
          <a:xfrm>
            <a:off x="473074" y="2552700"/>
            <a:ext cx="17401893" cy="3406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4409"/>
              </a:lnSpc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  <a:latin typeface="League Spartan"/>
              </a:rPr>
              <a:t>RGB : Red Green Blue</a:t>
            </a:r>
            <a:br>
              <a:rPr lang="en-US" dirty="0">
                <a:solidFill>
                  <a:srgbClr val="000000"/>
                </a:solidFill>
                <a:latin typeface="League Spartan"/>
              </a:rPr>
            </a:br>
            <a:r>
              <a:rPr lang="en-US" dirty="0">
                <a:solidFill>
                  <a:srgbClr val="000000"/>
                </a:solidFill>
                <a:latin typeface="League Spartan"/>
              </a:rPr>
              <a:t>Hexadecimal : #RRGGBB</a:t>
            </a:r>
          </a:p>
          <a:p>
            <a:pPr marL="342900" indent="-342900">
              <a:lnSpc>
                <a:spcPts val="4409"/>
              </a:lnSpc>
              <a:buFont typeface="+mj-lt"/>
              <a:buAutoNum type="arabicPeriod"/>
            </a:pPr>
            <a:endParaRPr lang="en-US" dirty="0">
              <a:solidFill>
                <a:srgbClr val="000000"/>
              </a:solidFill>
              <a:latin typeface="League Spartan"/>
            </a:endParaRPr>
          </a:p>
          <a:p>
            <a:pPr marL="342900" indent="-342900">
              <a:lnSpc>
                <a:spcPts val="4409"/>
              </a:lnSpc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  <a:latin typeface="League Spartan"/>
              </a:rPr>
              <a:t>RGBA :</a:t>
            </a:r>
            <a:br>
              <a:rPr lang="en-US" dirty="0">
                <a:solidFill>
                  <a:srgbClr val="000000"/>
                </a:solidFill>
                <a:latin typeface="League Spartan"/>
              </a:rPr>
            </a:br>
            <a:r>
              <a:rPr lang="en-US" dirty="0">
                <a:solidFill>
                  <a:srgbClr val="000000"/>
                </a:solidFill>
                <a:latin typeface="League Spartan"/>
              </a:rPr>
              <a:t> Red Green Blue Alpha</a:t>
            </a:r>
            <a:br>
              <a:rPr lang="en-US" dirty="0">
                <a:solidFill>
                  <a:srgbClr val="000000"/>
                </a:solidFill>
                <a:latin typeface="League Spartan"/>
              </a:rPr>
            </a:br>
            <a:r>
              <a:rPr lang="en-US" dirty="0" err="1">
                <a:solidFill>
                  <a:srgbClr val="000000"/>
                </a:solidFill>
                <a:latin typeface="League Spartan"/>
              </a:rPr>
              <a:t>Alpha</a:t>
            </a:r>
            <a:r>
              <a:rPr lang="en-US" dirty="0">
                <a:solidFill>
                  <a:srgbClr val="000000"/>
                </a:solidFill>
                <a:latin typeface="League Spartan"/>
              </a:rPr>
              <a:t> is for transparency</a:t>
            </a:r>
          </a:p>
        </p:txBody>
      </p:sp>
    </p:spTree>
    <p:extLst>
      <p:ext uri="{BB962C8B-B14F-4D97-AF65-F5344CB8AC3E}">
        <p14:creationId xmlns:p14="http://schemas.microsoft.com/office/powerpoint/2010/main" val="33249740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943600" y="490017"/>
            <a:ext cx="7199522" cy="1757883"/>
          </a:xfrm>
          <a:custGeom>
            <a:avLst/>
            <a:gdLst/>
            <a:ahLst/>
            <a:cxnLst/>
            <a:rect l="l" t="t" r="r" b="b"/>
            <a:pathLst>
              <a:path w="7693445" h="1878483">
                <a:moveTo>
                  <a:pt x="0" y="0"/>
                </a:moveTo>
                <a:lnTo>
                  <a:pt x="7693444" y="0"/>
                </a:lnTo>
                <a:lnTo>
                  <a:pt x="7693444" y="1878483"/>
                </a:lnTo>
                <a:lnTo>
                  <a:pt x="0" y="18784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-6784111" y="-2803506"/>
            <a:ext cx="11404820" cy="16553776"/>
          </a:xfrm>
          <a:custGeom>
            <a:avLst/>
            <a:gdLst/>
            <a:ahLst/>
            <a:cxnLst/>
            <a:rect l="l" t="t" r="r" b="b"/>
            <a:pathLst>
              <a:path w="11404820" h="16553776">
                <a:moveTo>
                  <a:pt x="0" y="0"/>
                </a:moveTo>
                <a:lnTo>
                  <a:pt x="11404820" y="0"/>
                </a:lnTo>
                <a:lnTo>
                  <a:pt x="11404820" y="16553776"/>
                </a:lnTo>
                <a:lnTo>
                  <a:pt x="0" y="165537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7000"/>
            </a:blip>
            <a:stretch>
              <a:fillRect t="-6622" r="-98831" b="-6622"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4" name="TextBox 4"/>
          <p:cNvSpPr txBox="1"/>
          <p:nvPr/>
        </p:nvSpPr>
        <p:spPr>
          <a:xfrm>
            <a:off x="4989722" y="3894549"/>
            <a:ext cx="8153400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dirty="0">
                <a:solidFill>
                  <a:srgbClr val="000000"/>
                </a:solidFill>
                <a:latin typeface="League Spartan"/>
              </a:rPr>
              <a:t>Questions 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78237" y="5873338"/>
            <a:ext cx="5370909" cy="5443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09"/>
              </a:lnSpc>
            </a:pPr>
            <a:r>
              <a:rPr lang="en-US" sz="3150" dirty="0">
                <a:solidFill>
                  <a:srgbClr val="000000"/>
                </a:solidFill>
                <a:latin typeface="League Spartan"/>
              </a:rPr>
              <a:t>Ask them all !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1962D1B6-09A0-DE80-8A5A-13AA6C3C3935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40744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419BD98196BF6448D688927989EA911" ma:contentTypeVersion="5" ma:contentTypeDescription="Crée un document." ma:contentTypeScope="" ma:versionID="acce70141d18b95d58db09764113ea70">
  <xsd:schema xmlns:xsd="http://www.w3.org/2001/XMLSchema" xmlns:xs="http://www.w3.org/2001/XMLSchema" xmlns:p="http://schemas.microsoft.com/office/2006/metadata/properties" xmlns:ns3="8a533b7f-d1b2-4732-8c65-60187aae0641" targetNamespace="http://schemas.microsoft.com/office/2006/metadata/properties" ma:root="true" ma:fieldsID="038cf83997e8f044674cfcb84a747881" ns3:_="">
    <xsd:import namespace="8a533b7f-d1b2-4732-8c65-60187aae064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533b7f-d1b2-4732-8c65-60187aae064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a533b7f-d1b2-4732-8c65-60187aae064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960FBB9-BB2A-4C0C-99E0-CCC605F6F9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a533b7f-d1b2-4732-8c65-60187aae064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1EED0A8-49B1-4948-B230-1113E63BA0F6}">
  <ds:schemaRefs>
    <ds:schemaRef ds:uri="http://schemas.microsoft.com/office/infopath/2007/PartnerControls"/>
    <ds:schemaRef ds:uri="http://purl.org/dc/elements/1.1/"/>
    <ds:schemaRef ds:uri="http://www.w3.org/XML/1998/namespace"/>
    <ds:schemaRef ds:uri="http://schemas.microsoft.com/office/2006/documentManagement/types"/>
    <ds:schemaRef ds:uri="8a533b7f-d1b2-4732-8c65-60187aae0641"/>
    <ds:schemaRef ds:uri="http://schemas.microsoft.com/office/2006/metadata/properties"/>
    <ds:schemaRef ds:uri="http://schemas.openxmlformats.org/package/2006/metadata/core-properties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F741235D-E011-4A36-B0C3-74FBDCE6D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266</TotalTime>
  <Words>756</Words>
  <Application>Microsoft Office PowerPoint</Application>
  <PresentationFormat>Custom</PresentationFormat>
  <Paragraphs>130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League Spartan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DSTI</dc:title>
  <cp:lastModifiedBy>Clément ZIANE</cp:lastModifiedBy>
  <cp:revision>11</cp:revision>
  <dcterms:created xsi:type="dcterms:W3CDTF">2006-08-16T00:00:00Z</dcterms:created>
  <dcterms:modified xsi:type="dcterms:W3CDTF">2024-11-05T08:41:18Z</dcterms:modified>
  <dc:identifier>DAGJUFwy58s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0x010100C419BD98196BF6448D688927989EA911</vt:lpwstr>
  </property>
</Properties>
</file>