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8" r:id="rId5"/>
    <p:sldId id="256" r:id="rId6"/>
    <p:sldId id="257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13" r:id="rId15"/>
    <p:sldId id="308" r:id="rId16"/>
    <p:sldId id="309" r:id="rId17"/>
    <p:sldId id="310" r:id="rId18"/>
    <p:sldId id="311" r:id="rId19"/>
    <p:sldId id="312" r:id="rId20"/>
    <p:sldId id="279" r:id="rId21"/>
  </p:sldIdLst>
  <p:sldSz cx="18288000" cy="10287000"/>
  <p:notesSz cx="6858000" cy="9144000"/>
  <p:embeddedFontLst>
    <p:embeddedFont>
      <p:font typeface="League Spartan" pitchFamily="2" charset="0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19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4" autoAdjust="0"/>
    <p:restoredTop sz="94622" autoAdjust="0"/>
  </p:normalViewPr>
  <p:slideViewPr>
    <p:cSldViewPr>
      <p:cViewPr varScale="1">
        <p:scale>
          <a:sx n="70" d="100"/>
          <a:sy n="70" d="100"/>
        </p:scale>
        <p:origin x="86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ément ZIANE" userId="aa8721fc-2935-48cf-9afe-91d2e8923272" providerId="ADAL" clId="{061AA22E-EB79-4FD4-B893-1B5FD2BD4E69}"/>
    <pc:docChg chg="undo redo custSel addSld delSld modSld">
      <pc:chgData name="Clément ZIANE" userId="aa8721fc-2935-48cf-9afe-91d2e8923272" providerId="ADAL" clId="{061AA22E-EB79-4FD4-B893-1B5FD2BD4E69}" dt="2024-11-06T08:20:26.383" v="291" actId="113"/>
      <pc:docMkLst>
        <pc:docMk/>
      </pc:docMkLst>
      <pc:sldChg chg="modSp mod">
        <pc:chgData name="Clément ZIANE" userId="aa8721fc-2935-48cf-9afe-91d2e8923272" providerId="ADAL" clId="{061AA22E-EB79-4FD4-B893-1B5FD2BD4E69}" dt="2024-11-06T07:53:32.321" v="9" actId="20577"/>
        <pc:sldMkLst>
          <pc:docMk/>
          <pc:sldMk cId="0" sldId="256"/>
        </pc:sldMkLst>
        <pc:spChg chg="mod">
          <ac:chgData name="Clément ZIANE" userId="aa8721fc-2935-48cf-9afe-91d2e8923272" providerId="ADAL" clId="{061AA22E-EB79-4FD4-B893-1B5FD2BD4E69}" dt="2024-11-06T07:53:32.321" v="9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Clément ZIANE" userId="aa8721fc-2935-48cf-9afe-91d2e8923272" providerId="ADAL" clId="{061AA22E-EB79-4FD4-B893-1B5FD2BD4E69}" dt="2024-11-06T08:19:42.276" v="279" actId="113"/>
        <pc:sldMkLst>
          <pc:docMk/>
          <pc:sldMk cId="0" sldId="257"/>
        </pc:sldMkLst>
        <pc:spChg chg="mod">
          <ac:chgData name="Clément ZIANE" userId="aa8721fc-2935-48cf-9afe-91d2e8923272" providerId="ADAL" clId="{061AA22E-EB79-4FD4-B893-1B5FD2BD4E69}" dt="2024-11-06T08:19:42.276" v="279" actId="113"/>
          <ac:spMkLst>
            <pc:docMk/>
            <pc:sldMk cId="0" sldId="257"/>
            <ac:spMk id="4" creationId="{00000000-0000-0000-0000-000000000000}"/>
          </ac:spMkLst>
        </pc:spChg>
        <pc:spChg chg="mod">
          <ac:chgData name="Clément ZIANE" userId="aa8721fc-2935-48cf-9afe-91d2e8923272" providerId="ADAL" clId="{061AA22E-EB79-4FD4-B893-1B5FD2BD4E69}" dt="2024-11-06T08:01:10.389" v="19" actId="12"/>
          <ac:spMkLst>
            <pc:docMk/>
            <pc:sldMk cId="0" sldId="257"/>
            <ac:spMk id="7" creationId="{5A21EAC8-27A8-CEEA-AE97-2D38313CD1E1}"/>
          </ac:spMkLst>
        </pc:spChg>
      </pc:sldChg>
      <pc:sldChg chg="delSp modSp del mod">
        <pc:chgData name="Clément ZIANE" userId="aa8721fc-2935-48cf-9afe-91d2e8923272" providerId="ADAL" clId="{061AA22E-EB79-4FD4-B893-1B5FD2BD4E69}" dt="2024-11-06T08:01:31.801" v="38" actId="47"/>
        <pc:sldMkLst>
          <pc:docMk/>
          <pc:sldMk cId="2830774497" sldId="259"/>
        </pc:sldMkLst>
        <pc:spChg chg="mod">
          <ac:chgData name="Clément ZIANE" userId="aa8721fc-2935-48cf-9afe-91d2e8923272" providerId="ADAL" clId="{061AA22E-EB79-4FD4-B893-1B5FD2BD4E69}" dt="2024-11-06T08:01:26.227" v="36" actId="20577"/>
          <ac:spMkLst>
            <pc:docMk/>
            <pc:sldMk cId="2830774497" sldId="259"/>
            <ac:spMk id="4" creationId="{00000000-0000-0000-0000-000000000000}"/>
          </ac:spMkLst>
        </pc:spChg>
        <pc:spChg chg="del">
          <ac:chgData name="Clément ZIANE" userId="aa8721fc-2935-48cf-9afe-91d2e8923272" providerId="ADAL" clId="{061AA22E-EB79-4FD4-B893-1B5FD2BD4E69}" dt="2024-11-06T08:01:30.286" v="37" actId="478"/>
          <ac:spMkLst>
            <pc:docMk/>
            <pc:sldMk cId="2830774497" sldId="259"/>
            <ac:spMk id="8" creationId="{BD6F2C6F-CF48-F571-F65A-961AE7477A6A}"/>
          </ac:spMkLst>
        </pc:spChg>
        <pc:spChg chg="del">
          <ac:chgData name="Clément ZIANE" userId="aa8721fc-2935-48cf-9afe-91d2e8923272" providerId="ADAL" clId="{061AA22E-EB79-4FD4-B893-1B5FD2BD4E69}" dt="2024-11-06T08:01:30.286" v="37" actId="478"/>
          <ac:spMkLst>
            <pc:docMk/>
            <pc:sldMk cId="2830774497" sldId="259"/>
            <ac:spMk id="9" creationId="{BF3F63F2-22AD-D2CD-331E-B4A14ED7ACD5}"/>
          </ac:spMkLst>
        </pc:spChg>
        <pc:spChg chg="del">
          <ac:chgData name="Clément ZIANE" userId="aa8721fc-2935-48cf-9afe-91d2e8923272" providerId="ADAL" clId="{061AA22E-EB79-4FD4-B893-1B5FD2BD4E69}" dt="2024-11-06T08:01:30.286" v="37" actId="478"/>
          <ac:spMkLst>
            <pc:docMk/>
            <pc:sldMk cId="2830774497" sldId="259"/>
            <ac:spMk id="10" creationId="{3C28B83E-F7B6-13F7-54FA-B1C194265029}"/>
          </ac:spMkLst>
        </pc:spChg>
        <pc:spChg chg="del">
          <ac:chgData name="Clément ZIANE" userId="aa8721fc-2935-48cf-9afe-91d2e8923272" providerId="ADAL" clId="{061AA22E-EB79-4FD4-B893-1B5FD2BD4E69}" dt="2024-11-06T08:01:30.286" v="37" actId="478"/>
          <ac:spMkLst>
            <pc:docMk/>
            <pc:sldMk cId="2830774497" sldId="259"/>
            <ac:spMk id="11" creationId="{411FB0AD-BD27-5112-9D27-A7F4FC241D66}"/>
          </ac:spMkLst>
        </pc:spChg>
        <pc:spChg chg="del">
          <ac:chgData name="Clément ZIANE" userId="aa8721fc-2935-48cf-9afe-91d2e8923272" providerId="ADAL" clId="{061AA22E-EB79-4FD4-B893-1B5FD2BD4E69}" dt="2024-11-06T08:01:30.286" v="37" actId="478"/>
          <ac:spMkLst>
            <pc:docMk/>
            <pc:sldMk cId="2830774497" sldId="259"/>
            <ac:spMk id="12" creationId="{4CDE4BAB-D7E5-8501-51CD-5FD4B6C46751}"/>
          </ac:spMkLst>
        </pc:spChg>
        <pc:cxnChg chg="del mod">
          <ac:chgData name="Clément ZIANE" userId="aa8721fc-2935-48cf-9afe-91d2e8923272" providerId="ADAL" clId="{061AA22E-EB79-4FD4-B893-1B5FD2BD4E69}" dt="2024-11-06T08:01:30.286" v="37" actId="478"/>
          <ac:cxnSpMkLst>
            <pc:docMk/>
            <pc:sldMk cId="2830774497" sldId="259"/>
            <ac:cxnSpMk id="13" creationId="{1B1DF077-7D93-C083-828C-694D28B82BC0}"/>
          </ac:cxnSpMkLst>
        </pc:cxnChg>
        <pc:cxnChg chg="del mod">
          <ac:chgData name="Clément ZIANE" userId="aa8721fc-2935-48cf-9afe-91d2e8923272" providerId="ADAL" clId="{061AA22E-EB79-4FD4-B893-1B5FD2BD4E69}" dt="2024-11-06T08:01:30.286" v="37" actId="478"/>
          <ac:cxnSpMkLst>
            <pc:docMk/>
            <pc:sldMk cId="2830774497" sldId="259"/>
            <ac:cxnSpMk id="14" creationId="{5D331E5C-E9FB-C57C-4370-3782702F7BAB}"/>
          </ac:cxnSpMkLst>
        </pc:cxnChg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2949653774" sldId="260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2648308968" sldId="262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559259942" sldId="263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1907760840" sldId="264"/>
        </pc:sldMkLst>
      </pc:sldChg>
      <pc:sldChg chg="del">
        <pc:chgData name="Clément ZIANE" userId="aa8721fc-2935-48cf-9afe-91d2e8923272" providerId="ADAL" clId="{061AA22E-EB79-4FD4-B893-1B5FD2BD4E69}" dt="2024-11-06T08:02:29.438" v="53" actId="47"/>
        <pc:sldMkLst>
          <pc:docMk/>
          <pc:sldMk cId="3466771111" sldId="280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4076398379" sldId="281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540219766" sldId="282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154723390" sldId="283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2566634661" sldId="284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2659161367" sldId="285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3324974014" sldId="289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917344183" sldId="294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1779450210" sldId="295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2880412552" sldId="296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1548561084" sldId="297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1234223979" sldId="298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3279885278" sldId="299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2277267597" sldId="300"/>
        </pc:sldMkLst>
      </pc:sldChg>
      <pc:sldChg chg="modSp add mod">
        <pc:chgData name="Clément ZIANE" userId="aa8721fc-2935-48cf-9afe-91d2e8923272" providerId="ADAL" clId="{061AA22E-EB79-4FD4-B893-1B5FD2BD4E69}" dt="2024-11-06T08:19:37.431" v="278" actId="113"/>
        <pc:sldMkLst>
          <pc:docMk/>
          <pc:sldMk cId="2012234439" sldId="301"/>
        </pc:sldMkLst>
        <pc:spChg chg="mod">
          <ac:chgData name="Clément ZIANE" userId="aa8721fc-2935-48cf-9afe-91d2e8923272" providerId="ADAL" clId="{061AA22E-EB79-4FD4-B893-1B5FD2BD4E69}" dt="2024-11-06T08:19:37.431" v="278" actId="113"/>
          <ac:spMkLst>
            <pc:docMk/>
            <pc:sldMk cId="2012234439" sldId="301"/>
            <ac:spMk id="4" creationId="{945CE734-68E8-0716-EC7F-60832D849D32}"/>
          </ac:spMkLst>
        </pc:spChg>
        <pc:spChg chg="mod">
          <ac:chgData name="Clément ZIANE" userId="aa8721fc-2935-48cf-9afe-91d2e8923272" providerId="ADAL" clId="{061AA22E-EB79-4FD4-B893-1B5FD2BD4E69}" dt="2024-11-06T08:15:22.365" v="247" actId="20577"/>
          <ac:spMkLst>
            <pc:docMk/>
            <pc:sldMk cId="2012234439" sldId="301"/>
            <ac:spMk id="5" creationId="{35BE057B-86A5-8917-5480-6A0BC3650095}"/>
          </ac:spMkLst>
        </pc:spChg>
        <pc:spChg chg="mod">
          <ac:chgData name="Clément ZIANE" userId="aa8721fc-2935-48cf-9afe-91d2e8923272" providerId="ADAL" clId="{061AA22E-EB79-4FD4-B893-1B5FD2BD4E69}" dt="2024-11-06T08:02:22.249" v="52" actId="20577"/>
          <ac:spMkLst>
            <pc:docMk/>
            <pc:sldMk cId="2012234439" sldId="301"/>
            <ac:spMk id="7" creationId="{B9B3F2E4-D5D0-BBA8-1278-6F72B32A993B}"/>
          </ac:spMkLst>
        </pc:spChg>
      </pc:sldChg>
      <pc:sldChg chg="modSp add mod">
        <pc:chgData name="Clément ZIANE" userId="aa8721fc-2935-48cf-9afe-91d2e8923272" providerId="ADAL" clId="{061AA22E-EB79-4FD4-B893-1B5FD2BD4E69}" dt="2024-11-06T08:19:46.282" v="280" actId="113"/>
        <pc:sldMkLst>
          <pc:docMk/>
          <pc:sldMk cId="3718138742" sldId="302"/>
        </pc:sldMkLst>
        <pc:spChg chg="mod">
          <ac:chgData name="Clément ZIANE" userId="aa8721fc-2935-48cf-9afe-91d2e8923272" providerId="ADAL" clId="{061AA22E-EB79-4FD4-B893-1B5FD2BD4E69}" dt="2024-11-06T08:19:46.282" v="280" actId="113"/>
          <ac:spMkLst>
            <pc:docMk/>
            <pc:sldMk cId="3718138742" sldId="302"/>
            <ac:spMk id="4" creationId="{26D2E0E8-3CBA-26C1-F61C-682B54349631}"/>
          </ac:spMkLst>
        </pc:spChg>
        <pc:spChg chg="mod">
          <ac:chgData name="Clément ZIANE" userId="aa8721fc-2935-48cf-9afe-91d2e8923272" providerId="ADAL" clId="{061AA22E-EB79-4FD4-B893-1B5FD2BD4E69}" dt="2024-11-06T08:15:28.261" v="248" actId="20577"/>
          <ac:spMkLst>
            <pc:docMk/>
            <pc:sldMk cId="3718138742" sldId="302"/>
            <ac:spMk id="5" creationId="{61B754CD-BEA2-B045-1261-18FFE08FC553}"/>
          </ac:spMkLst>
        </pc:spChg>
        <pc:spChg chg="mod">
          <ac:chgData name="Clément ZIANE" userId="aa8721fc-2935-48cf-9afe-91d2e8923272" providerId="ADAL" clId="{061AA22E-EB79-4FD4-B893-1B5FD2BD4E69}" dt="2024-11-06T08:03:22.024" v="71" actId="313"/>
          <ac:spMkLst>
            <pc:docMk/>
            <pc:sldMk cId="3718138742" sldId="302"/>
            <ac:spMk id="7" creationId="{D4CD50DB-9497-C81B-06DE-575C8BBF1CD2}"/>
          </ac:spMkLst>
        </pc:spChg>
      </pc:sldChg>
      <pc:sldChg chg="modSp add mod">
        <pc:chgData name="Clément ZIANE" userId="aa8721fc-2935-48cf-9afe-91d2e8923272" providerId="ADAL" clId="{061AA22E-EB79-4FD4-B893-1B5FD2BD4E69}" dt="2024-11-06T08:19:50.623" v="281" actId="113"/>
        <pc:sldMkLst>
          <pc:docMk/>
          <pc:sldMk cId="2655740726" sldId="303"/>
        </pc:sldMkLst>
        <pc:spChg chg="mod">
          <ac:chgData name="Clément ZIANE" userId="aa8721fc-2935-48cf-9afe-91d2e8923272" providerId="ADAL" clId="{061AA22E-EB79-4FD4-B893-1B5FD2BD4E69}" dt="2024-11-06T08:19:50.623" v="281" actId="113"/>
          <ac:spMkLst>
            <pc:docMk/>
            <pc:sldMk cId="2655740726" sldId="303"/>
            <ac:spMk id="4" creationId="{BFDE08D1-9B0B-5173-751F-B443FCFF0014}"/>
          </ac:spMkLst>
        </pc:spChg>
        <pc:spChg chg="mod">
          <ac:chgData name="Clément ZIANE" userId="aa8721fc-2935-48cf-9afe-91d2e8923272" providerId="ADAL" clId="{061AA22E-EB79-4FD4-B893-1B5FD2BD4E69}" dt="2024-11-06T08:15:34.527" v="249" actId="20577"/>
          <ac:spMkLst>
            <pc:docMk/>
            <pc:sldMk cId="2655740726" sldId="303"/>
            <ac:spMk id="5" creationId="{8B9972EE-3BA1-6E06-0626-E3B55A4E2FC2}"/>
          </ac:spMkLst>
        </pc:spChg>
        <pc:spChg chg="mod">
          <ac:chgData name="Clément ZIANE" userId="aa8721fc-2935-48cf-9afe-91d2e8923272" providerId="ADAL" clId="{061AA22E-EB79-4FD4-B893-1B5FD2BD4E69}" dt="2024-11-06T08:04:32.127" v="82" actId="20577"/>
          <ac:spMkLst>
            <pc:docMk/>
            <pc:sldMk cId="2655740726" sldId="303"/>
            <ac:spMk id="7" creationId="{195906B6-FEF8-59B2-1EC8-BFFBE53E4706}"/>
          </ac:spMkLst>
        </pc:spChg>
      </pc:sldChg>
      <pc:sldChg chg="modSp add mod">
        <pc:chgData name="Clément ZIANE" userId="aa8721fc-2935-48cf-9afe-91d2e8923272" providerId="ADAL" clId="{061AA22E-EB79-4FD4-B893-1B5FD2BD4E69}" dt="2024-11-06T08:19:54.457" v="282" actId="113"/>
        <pc:sldMkLst>
          <pc:docMk/>
          <pc:sldMk cId="966582067" sldId="304"/>
        </pc:sldMkLst>
        <pc:spChg chg="mod">
          <ac:chgData name="Clément ZIANE" userId="aa8721fc-2935-48cf-9afe-91d2e8923272" providerId="ADAL" clId="{061AA22E-EB79-4FD4-B893-1B5FD2BD4E69}" dt="2024-11-06T08:19:54.457" v="282" actId="113"/>
          <ac:spMkLst>
            <pc:docMk/>
            <pc:sldMk cId="966582067" sldId="304"/>
            <ac:spMk id="4" creationId="{068E52F0-6651-E996-4329-0E06796B7E74}"/>
          </ac:spMkLst>
        </pc:spChg>
        <pc:spChg chg="mod">
          <ac:chgData name="Clément ZIANE" userId="aa8721fc-2935-48cf-9afe-91d2e8923272" providerId="ADAL" clId="{061AA22E-EB79-4FD4-B893-1B5FD2BD4E69}" dt="2024-11-06T08:15:40.284" v="250" actId="20577"/>
          <ac:spMkLst>
            <pc:docMk/>
            <pc:sldMk cId="966582067" sldId="304"/>
            <ac:spMk id="5" creationId="{A6183D38-7342-B671-726B-33CB50551468}"/>
          </ac:spMkLst>
        </pc:spChg>
        <pc:spChg chg="mod">
          <ac:chgData name="Clément ZIANE" userId="aa8721fc-2935-48cf-9afe-91d2e8923272" providerId="ADAL" clId="{061AA22E-EB79-4FD4-B893-1B5FD2BD4E69}" dt="2024-11-06T08:06:17.397" v="116" actId="20577"/>
          <ac:spMkLst>
            <pc:docMk/>
            <pc:sldMk cId="966582067" sldId="304"/>
            <ac:spMk id="7" creationId="{EC85BEBB-C3A9-16B2-E2A4-DBEF25821052}"/>
          </ac:spMkLst>
        </pc:spChg>
      </pc:sldChg>
      <pc:sldChg chg="modSp add mod">
        <pc:chgData name="Clément ZIANE" userId="aa8721fc-2935-48cf-9afe-91d2e8923272" providerId="ADAL" clId="{061AA22E-EB79-4FD4-B893-1B5FD2BD4E69}" dt="2024-11-06T08:19:57.957" v="283" actId="113"/>
        <pc:sldMkLst>
          <pc:docMk/>
          <pc:sldMk cId="2495186718" sldId="305"/>
        </pc:sldMkLst>
        <pc:spChg chg="mod">
          <ac:chgData name="Clément ZIANE" userId="aa8721fc-2935-48cf-9afe-91d2e8923272" providerId="ADAL" clId="{061AA22E-EB79-4FD4-B893-1B5FD2BD4E69}" dt="2024-11-06T08:19:57.957" v="283" actId="113"/>
          <ac:spMkLst>
            <pc:docMk/>
            <pc:sldMk cId="2495186718" sldId="305"/>
            <ac:spMk id="4" creationId="{275017D2-4CE4-728D-02CE-0D80A47EF32B}"/>
          </ac:spMkLst>
        </pc:spChg>
        <pc:spChg chg="mod">
          <ac:chgData name="Clément ZIANE" userId="aa8721fc-2935-48cf-9afe-91d2e8923272" providerId="ADAL" clId="{061AA22E-EB79-4FD4-B893-1B5FD2BD4E69}" dt="2024-11-06T08:15:46.780" v="251" actId="20577"/>
          <ac:spMkLst>
            <pc:docMk/>
            <pc:sldMk cId="2495186718" sldId="305"/>
            <ac:spMk id="5" creationId="{0192DFA6-9898-BFB2-F8BE-969FA0765D96}"/>
          </ac:spMkLst>
        </pc:spChg>
        <pc:spChg chg="mod">
          <ac:chgData name="Clément ZIANE" userId="aa8721fc-2935-48cf-9afe-91d2e8923272" providerId="ADAL" clId="{061AA22E-EB79-4FD4-B893-1B5FD2BD4E69}" dt="2024-11-06T08:07:17.797" v="135" actId="20577"/>
          <ac:spMkLst>
            <pc:docMk/>
            <pc:sldMk cId="2495186718" sldId="305"/>
            <ac:spMk id="7" creationId="{77694DD2-CD4F-9D5E-C396-BEF52DEE213B}"/>
          </ac:spMkLst>
        </pc:spChg>
      </pc:sldChg>
      <pc:sldChg chg="modSp add mod">
        <pc:chgData name="Clément ZIANE" userId="aa8721fc-2935-48cf-9afe-91d2e8923272" providerId="ADAL" clId="{061AA22E-EB79-4FD4-B893-1B5FD2BD4E69}" dt="2024-11-06T08:20:01.558" v="284" actId="113"/>
        <pc:sldMkLst>
          <pc:docMk/>
          <pc:sldMk cId="1811722305" sldId="306"/>
        </pc:sldMkLst>
        <pc:spChg chg="mod">
          <ac:chgData name="Clément ZIANE" userId="aa8721fc-2935-48cf-9afe-91d2e8923272" providerId="ADAL" clId="{061AA22E-EB79-4FD4-B893-1B5FD2BD4E69}" dt="2024-11-06T08:20:01.558" v="284" actId="113"/>
          <ac:spMkLst>
            <pc:docMk/>
            <pc:sldMk cId="1811722305" sldId="306"/>
            <ac:spMk id="4" creationId="{08C7798C-F35D-54E0-A399-6F5A4C0DAFA4}"/>
          </ac:spMkLst>
        </pc:spChg>
        <pc:spChg chg="mod">
          <ac:chgData name="Clément ZIANE" userId="aa8721fc-2935-48cf-9afe-91d2e8923272" providerId="ADAL" clId="{061AA22E-EB79-4FD4-B893-1B5FD2BD4E69}" dt="2024-11-06T08:15:53.562" v="252" actId="20577"/>
          <ac:spMkLst>
            <pc:docMk/>
            <pc:sldMk cId="1811722305" sldId="306"/>
            <ac:spMk id="5" creationId="{43A82D59-5ADC-5BB9-3D36-F20BEA7E54A3}"/>
          </ac:spMkLst>
        </pc:spChg>
        <pc:spChg chg="mod">
          <ac:chgData name="Clément ZIANE" userId="aa8721fc-2935-48cf-9afe-91d2e8923272" providerId="ADAL" clId="{061AA22E-EB79-4FD4-B893-1B5FD2BD4E69}" dt="2024-11-06T08:07:53.175" v="144" actId="20577"/>
          <ac:spMkLst>
            <pc:docMk/>
            <pc:sldMk cId="1811722305" sldId="306"/>
            <ac:spMk id="7" creationId="{CB31FE5C-CF5E-E5D1-FBA3-80BF39B2AAA4}"/>
          </ac:spMkLst>
        </pc:spChg>
      </pc:sldChg>
      <pc:sldChg chg="modSp add mod">
        <pc:chgData name="Clément ZIANE" userId="aa8721fc-2935-48cf-9afe-91d2e8923272" providerId="ADAL" clId="{061AA22E-EB79-4FD4-B893-1B5FD2BD4E69}" dt="2024-11-06T08:20:06.025" v="285" actId="113"/>
        <pc:sldMkLst>
          <pc:docMk/>
          <pc:sldMk cId="295447050" sldId="307"/>
        </pc:sldMkLst>
        <pc:spChg chg="mod">
          <ac:chgData name="Clément ZIANE" userId="aa8721fc-2935-48cf-9afe-91d2e8923272" providerId="ADAL" clId="{061AA22E-EB79-4FD4-B893-1B5FD2BD4E69}" dt="2024-11-06T08:20:06.025" v="285" actId="113"/>
          <ac:spMkLst>
            <pc:docMk/>
            <pc:sldMk cId="295447050" sldId="307"/>
            <ac:spMk id="4" creationId="{7A0A296C-809D-16E0-676A-3456279E1C0A}"/>
          </ac:spMkLst>
        </pc:spChg>
        <pc:spChg chg="mod">
          <ac:chgData name="Clément ZIANE" userId="aa8721fc-2935-48cf-9afe-91d2e8923272" providerId="ADAL" clId="{061AA22E-EB79-4FD4-B893-1B5FD2BD4E69}" dt="2024-11-06T08:16:01.095" v="255" actId="14100"/>
          <ac:spMkLst>
            <pc:docMk/>
            <pc:sldMk cId="295447050" sldId="307"/>
            <ac:spMk id="5" creationId="{C559BD3B-DA70-D579-E5B0-3AF1ED8505E5}"/>
          </ac:spMkLst>
        </pc:spChg>
        <pc:spChg chg="mod">
          <ac:chgData name="Clément ZIANE" userId="aa8721fc-2935-48cf-9afe-91d2e8923272" providerId="ADAL" clId="{061AA22E-EB79-4FD4-B893-1B5FD2BD4E69}" dt="2024-11-06T08:09:52.164" v="150" actId="20577"/>
          <ac:spMkLst>
            <pc:docMk/>
            <pc:sldMk cId="295447050" sldId="307"/>
            <ac:spMk id="7" creationId="{51821323-1058-6960-4ED8-AA5F087C1CA3}"/>
          </ac:spMkLst>
        </pc:spChg>
      </pc:sldChg>
      <pc:sldChg chg="modSp add mod">
        <pc:chgData name="Clément ZIANE" userId="aa8721fc-2935-48cf-9afe-91d2e8923272" providerId="ADAL" clId="{061AA22E-EB79-4FD4-B893-1B5FD2BD4E69}" dt="2024-11-06T08:20:12.952" v="287" actId="113"/>
        <pc:sldMkLst>
          <pc:docMk/>
          <pc:sldMk cId="261485361" sldId="308"/>
        </pc:sldMkLst>
        <pc:spChg chg="mod">
          <ac:chgData name="Clément ZIANE" userId="aa8721fc-2935-48cf-9afe-91d2e8923272" providerId="ADAL" clId="{061AA22E-EB79-4FD4-B893-1B5FD2BD4E69}" dt="2024-11-06T08:20:12.952" v="287" actId="113"/>
          <ac:spMkLst>
            <pc:docMk/>
            <pc:sldMk cId="261485361" sldId="308"/>
            <ac:spMk id="4" creationId="{7D0D8DDC-2BA1-2EF9-E765-AF3F9A909DDB}"/>
          </ac:spMkLst>
        </pc:spChg>
        <pc:spChg chg="mod">
          <ac:chgData name="Clément ZIANE" userId="aa8721fc-2935-48cf-9afe-91d2e8923272" providerId="ADAL" clId="{061AA22E-EB79-4FD4-B893-1B5FD2BD4E69}" dt="2024-11-06T08:16:24.188" v="263" actId="20577"/>
          <ac:spMkLst>
            <pc:docMk/>
            <pc:sldMk cId="261485361" sldId="308"/>
            <ac:spMk id="5" creationId="{E561F19D-5667-D61D-A1A5-FA92F97497F3}"/>
          </ac:spMkLst>
        </pc:spChg>
        <pc:spChg chg="mod">
          <ac:chgData name="Clément ZIANE" userId="aa8721fc-2935-48cf-9afe-91d2e8923272" providerId="ADAL" clId="{061AA22E-EB79-4FD4-B893-1B5FD2BD4E69}" dt="2024-11-06T08:10:22.158" v="156" actId="2711"/>
          <ac:spMkLst>
            <pc:docMk/>
            <pc:sldMk cId="261485361" sldId="308"/>
            <ac:spMk id="7" creationId="{4FA42EE2-0B04-AC8C-FD43-CBF692371926}"/>
          </ac:spMkLst>
        </pc:spChg>
      </pc:sldChg>
      <pc:sldChg chg="modSp add mod">
        <pc:chgData name="Clément ZIANE" userId="aa8721fc-2935-48cf-9afe-91d2e8923272" providerId="ADAL" clId="{061AA22E-EB79-4FD4-B893-1B5FD2BD4E69}" dt="2024-11-06T08:20:15.787" v="288" actId="113"/>
        <pc:sldMkLst>
          <pc:docMk/>
          <pc:sldMk cId="1071053394" sldId="309"/>
        </pc:sldMkLst>
        <pc:spChg chg="mod">
          <ac:chgData name="Clément ZIANE" userId="aa8721fc-2935-48cf-9afe-91d2e8923272" providerId="ADAL" clId="{061AA22E-EB79-4FD4-B893-1B5FD2BD4E69}" dt="2024-11-06T08:20:15.787" v="288" actId="113"/>
          <ac:spMkLst>
            <pc:docMk/>
            <pc:sldMk cId="1071053394" sldId="309"/>
            <ac:spMk id="4" creationId="{844114CF-B0FA-D8AF-7166-34A9B2A20C63}"/>
          </ac:spMkLst>
        </pc:spChg>
        <pc:spChg chg="mod">
          <ac:chgData name="Clément ZIANE" userId="aa8721fc-2935-48cf-9afe-91d2e8923272" providerId="ADAL" clId="{061AA22E-EB79-4FD4-B893-1B5FD2BD4E69}" dt="2024-11-06T08:16:30.947" v="266" actId="20577"/>
          <ac:spMkLst>
            <pc:docMk/>
            <pc:sldMk cId="1071053394" sldId="309"/>
            <ac:spMk id="5" creationId="{37A7282A-E316-966A-A456-B63D49DF3E0C}"/>
          </ac:spMkLst>
        </pc:spChg>
        <pc:spChg chg="mod">
          <ac:chgData name="Clément ZIANE" userId="aa8721fc-2935-48cf-9afe-91d2e8923272" providerId="ADAL" clId="{061AA22E-EB79-4FD4-B893-1B5FD2BD4E69}" dt="2024-11-06T08:11:52.681" v="170" actId="207"/>
          <ac:spMkLst>
            <pc:docMk/>
            <pc:sldMk cId="1071053394" sldId="309"/>
            <ac:spMk id="7" creationId="{1E86FCDC-760C-C1E6-609A-D166DF4A84F2}"/>
          </ac:spMkLst>
        </pc:spChg>
      </pc:sldChg>
      <pc:sldChg chg="modSp add mod">
        <pc:chgData name="Clément ZIANE" userId="aa8721fc-2935-48cf-9afe-91d2e8923272" providerId="ADAL" clId="{061AA22E-EB79-4FD4-B893-1B5FD2BD4E69}" dt="2024-11-06T08:20:19.827" v="289" actId="113"/>
        <pc:sldMkLst>
          <pc:docMk/>
          <pc:sldMk cId="734364445" sldId="310"/>
        </pc:sldMkLst>
        <pc:spChg chg="mod">
          <ac:chgData name="Clément ZIANE" userId="aa8721fc-2935-48cf-9afe-91d2e8923272" providerId="ADAL" clId="{061AA22E-EB79-4FD4-B893-1B5FD2BD4E69}" dt="2024-11-06T08:20:19.827" v="289" actId="113"/>
          <ac:spMkLst>
            <pc:docMk/>
            <pc:sldMk cId="734364445" sldId="310"/>
            <ac:spMk id="4" creationId="{D61BAC01-3298-3A39-844B-208AF70CAB76}"/>
          </ac:spMkLst>
        </pc:spChg>
        <pc:spChg chg="mod">
          <ac:chgData name="Clément ZIANE" userId="aa8721fc-2935-48cf-9afe-91d2e8923272" providerId="ADAL" clId="{061AA22E-EB79-4FD4-B893-1B5FD2BD4E69}" dt="2024-11-06T08:16:37.717" v="269" actId="20577"/>
          <ac:spMkLst>
            <pc:docMk/>
            <pc:sldMk cId="734364445" sldId="310"/>
            <ac:spMk id="5" creationId="{F812838A-3014-CBB6-30C5-DA6F3A9F3242}"/>
          </ac:spMkLst>
        </pc:spChg>
        <pc:spChg chg="mod">
          <ac:chgData name="Clément ZIANE" userId="aa8721fc-2935-48cf-9afe-91d2e8923272" providerId="ADAL" clId="{061AA22E-EB79-4FD4-B893-1B5FD2BD4E69}" dt="2024-11-06T08:12:46.288" v="187" actId="20577"/>
          <ac:spMkLst>
            <pc:docMk/>
            <pc:sldMk cId="734364445" sldId="310"/>
            <ac:spMk id="7" creationId="{2D684EAA-DD4C-3143-46C4-0D2E9F89F84C}"/>
          </ac:spMkLst>
        </pc:spChg>
      </pc:sldChg>
      <pc:sldChg chg="modSp add mod">
        <pc:chgData name="Clément ZIANE" userId="aa8721fc-2935-48cf-9afe-91d2e8923272" providerId="ADAL" clId="{061AA22E-EB79-4FD4-B893-1B5FD2BD4E69}" dt="2024-11-06T08:20:23.081" v="290" actId="113"/>
        <pc:sldMkLst>
          <pc:docMk/>
          <pc:sldMk cId="377904316" sldId="311"/>
        </pc:sldMkLst>
        <pc:spChg chg="mod">
          <ac:chgData name="Clément ZIANE" userId="aa8721fc-2935-48cf-9afe-91d2e8923272" providerId="ADAL" clId="{061AA22E-EB79-4FD4-B893-1B5FD2BD4E69}" dt="2024-11-06T08:20:23.081" v="290" actId="113"/>
          <ac:spMkLst>
            <pc:docMk/>
            <pc:sldMk cId="377904316" sldId="311"/>
            <ac:spMk id="4" creationId="{FA99AB86-0FC0-B73C-855C-62B9990B7918}"/>
          </ac:spMkLst>
        </pc:spChg>
        <pc:spChg chg="mod">
          <ac:chgData name="Clément ZIANE" userId="aa8721fc-2935-48cf-9afe-91d2e8923272" providerId="ADAL" clId="{061AA22E-EB79-4FD4-B893-1B5FD2BD4E69}" dt="2024-11-06T08:17:10.798" v="272" actId="20577"/>
          <ac:spMkLst>
            <pc:docMk/>
            <pc:sldMk cId="377904316" sldId="311"/>
            <ac:spMk id="5" creationId="{34AD904B-B53E-B7C2-368C-8486D1988BC1}"/>
          </ac:spMkLst>
        </pc:spChg>
        <pc:spChg chg="mod">
          <ac:chgData name="Clément ZIANE" userId="aa8721fc-2935-48cf-9afe-91d2e8923272" providerId="ADAL" clId="{061AA22E-EB79-4FD4-B893-1B5FD2BD4E69}" dt="2024-11-06T08:13:31.459" v="217" actId="207"/>
          <ac:spMkLst>
            <pc:docMk/>
            <pc:sldMk cId="377904316" sldId="311"/>
            <ac:spMk id="7" creationId="{07984EBE-FE20-361C-B2E8-3356D837D219}"/>
          </ac:spMkLst>
        </pc:spChg>
      </pc:sldChg>
      <pc:sldChg chg="modSp add mod">
        <pc:chgData name="Clément ZIANE" userId="aa8721fc-2935-48cf-9afe-91d2e8923272" providerId="ADAL" clId="{061AA22E-EB79-4FD4-B893-1B5FD2BD4E69}" dt="2024-11-06T08:20:26.383" v="291" actId="113"/>
        <pc:sldMkLst>
          <pc:docMk/>
          <pc:sldMk cId="3032477943" sldId="312"/>
        </pc:sldMkLst>
        <pc:spChg chg="mod">
          <ac:chgData name="Clément ZIANE" userId="aa8721fc-2935-48cf-9afe-91d2e8923272" providerId="ADAL" clId="{061AA22E-EB79-4FD4-B893-1B5FD2BD4E69}" dt="2024-11-06T08:20:26.383" v="291" actId="113"/>
          <ac:spMkLst>
            <pc:docMk/>
            <pc:sldMk cId="3032477943" sldId="312"/>
            <ac:spMk id="4" creationId="{283E83A0-F841-BC82-6F31-9073B9048EF9}"/>
          </ac:spMkLst>
        </pc:spChg>
        <pc:spChg chg="mod">
          <ac:chgData name="Clément ZIANE" userId="aa8721fc-2935-48cf-9afe-91d2e8923272" providerId="ADAL" clId="{061AA22E-EB79-4FD4-B893-1B5FD2BD4E69}" dt="2024-11-06T08:17:19.278" v="275" actId="14100"/>
          <ac:spMkLst>
            <pc:docMk/>
            <pc:sldMk cId="3032477943" sldId="312"/>
            <ac:spMk id="5" creationId="{53FC9787-4055-3FF7-11C6-99891FD8CDF0}"/>
          </ac:spMkLst>
        </pc:spChg>
        <pc:spChg chg="mod">
          <ac:chgData name="Clément ZIANE" userId="aa8721fc-2935-48cf-9afe-91d2e8923272" providerId="ADAL" clId="{061AA22E-EB79-4FD4-B893-1B5FD2BD4E69}" dt="2024-11-06T08:14:16.012" v="231" actId="207"/>
          <ac:spMkLst>
            <pc:docMk/>
            <pc:sldMk cId="3032477943" sldId="312"/>
            <ac:spMk id="7" creationId="{9642CBEB-3C94-4233-C533-5A659DFB7E62}"/>
          </ac:spMkLst>
        </pc:spChg>
      </pc:sldChg>
      <pc:sldChg chg="modSp add mod">
        <pc:chgData name="Clément ZIANE" userId="aa8721fc-2935-48cf-9afe-91d2e8923272" providerId="ADAL" clId="{061AA22E-EB79-4FD4-B893-1B5FD2BD4E69}" dt="2024-11-06T08:20:09.147" v="286" actId="113"/>
        <pc:sldMkLst>
          <pc:docMk/>
          <pc:sldMk cId="3320196863" sldId="313"/>
        </pc:sldMkLst>
        <pc:spChg chg="mod">
          <ac:chgData name="Clément ZIANE" userId="aa8721fc-2935-48cf-9afe-91d2e8923272" providerId="ADAL" clId="{061AA22E-EB79-4FD4-B893-1B5FD2BD4E69}" dt="2024-11-06T08:20:09.147" v="286" actId="113"/>
          <ac:spMkLst>
            <pc:docMk/>
            <pc:sldMk cId="3320196863" sldId="313"/>
            <ac:spMk id="4" creationId="{656574FC-7FDC-17EB-5E6C-C500FE71566C}"/>
          </ac:spMkLst>
        </pc:spChg>
        <pc:spChg chg="mod">
          <ac:chgData name="Clément ZIANE" userId="aa8721fc-2935-48cf-9afe-91d2e8923272" providerId="ADAL" clId="{061AA22E-EB79-4FD4-B893-1B5FD2BD4E69}" dt="2024-11-06T08:16:16.329" v="259" actId="14100"/>
          <ac:spMkLst>
            <pc:docMk/>
            <pc:sldMk cId="3320196863" sldId="313"/>
            <ac:spMk id="5" creationId="{48BC9A9E-E928-F986-5F6E-2421D0D02459}"/>
          </ac:spMkLst>
        </pc:spChg>
        <pc:spChg chg="mod">
          <ac:chgData name="Clément ZIANE" userId="aa8721fc-2935-48cf-9afe-91d2e8923272" providerId="ADAL" clId="{061AA22E-EB79-4FD4-B893-1B5FD2BD4E69}" dt="2024-11-06T08:15:02.517" v="245" actId="2711"/>
          <ac:spMkLst>
            <pc:docMk/>
            <pc:sldMk cId="3320196863" sldId="313"/>
            <ac:spMk id="7" creationId="{94781ED3-DC14-2B4E-6F0C-162E79D5316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ref/dom_obj_event.asp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684213"/>
            <a:ext cx="16230600" cy="159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910048"/>
                </a:solidFill>
                <a:latin typeface="League Spartan"/>
              </a:rPr>
              <a:t>Cohort: S24</a:t>
            </a: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910048"/>
                </a:solidFill>
                <a:latin typeface="League Spartan"/>
              </a:rPr>
              <a:t>Course name: Web Engineering</a:t>
            </a: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910048"/>
                </a:solidFill>
                <a:latin typeface="League Spartan"/>
              </a:rPr>
              <a:t>Professor: Clément ZIANE</a:t>
            </a:r>
          </a:p>
        </p:txBody>
      </p:sp>
      <p:sp>
        <p:nvSpPr>
          <p:cNvPr id="3" name="AutoShape 3"/>
          <p:cNvSpPr/>
          <p:nvPr/>
        </p:nvSpPr>
        <p:spPr>
          <a:xfrm>
            <a:off x="5897879" y="8496300"/>
            <a:ext cx="6492240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028700" y="8795977"/>
            <a:ext cx="16230600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910048"/>
                </a:solidFill>
                <a:latin typeface="League Spartan"/>
              </a:rPr>
              <a:t>https://www.datasciencetech.institute</a:t>
            </a:r>
          </a:p>
        </p:txBody>
      </p:sp>
      <p:sp>
        <p:nvSpPr>
          <p:cNvPr id="5" name="Freeform 5"/>
          <p:cNvSpPr/>
          <p:nvPr/>
        </p:nvSpPr>
        <p:spPr>
          <a:xfrm>
            <a:off x="5318165" y="1329062"/>
            <a:ext cx="7651669" cy="4941703"/>
          </a:xfrm>
          <a:custGeom>
            <a:avLst/>
            <a:gdLst/>
            <a:ahLst/>
            <a:cxnLst/>
            <a:rect l="l" t="t" r="r" b="b"/>
            <a:pathLst>
              <a:path w="7651669" h="4941703">
                <a:moveTo>
                  <a:pt x="0" y="0"/>
                </a:moveTo>
                <a:lnTo>
                  <a:pt x="7651670" y="0"/>
                </a:lnTo>
                <a:lnTo>
                  <a:pt x="7651670" y="4941704"/>
                </a:lnTo>
                <a:lnTo>
                  <a:pt x="0" y="4941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43600" y="490017"/>
            <a:ext cx="7199522" cy="1757883"/>
          </a:xfrm>
          <a:custGeom>
            <a:avLst/>
            <a:gdLst/>
            <a:ahLst/>
            <a:cxnLst/>
            <a:rect l="l" t="t" r="r" b="b"/>
            <a:pathLst>
              <a:path w="7693445" h="1878483">
                <a:moveTo>
                  <a:pt x="0" y="0"/>
                </a:moveTo>
                <a:lnTo>
                  <a:pt x="7693444" y="0"/>
                </a:lnTo>
                <a:lnTo>
                  <a:pt x="7693444" y="1878483"/>
                </a:lnTo>
                <a:lnTo>
                  <a:pt x="0" y="187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-6784111" y="-2803506"/>
            <a:ext cx="11404820" cy="16553776"/>
          </a:xfrm>
          <a:custGeom>
            <a:avLst/>
            <a:gdLst/>
            <a:ahLst/>
            <a:cxnLst/>
            <a:rect l="l" t="t" r="r" b="b"/>
            <a:pathLst>
              <a:path w="11404820" h="16553776">
                <a:moveTo>
                  <a:pt x="0" y="0"/>
                </a:moveTo>
                <a:lnTo>
                  <a:pt x="11404820" y="0"/>
                </a:lnTo>
                <a:lnTo>
                  <a:pt x="11404820" y="16553776"/>
                </a:lnTo>
                <a:lnTo>
                  <a:pt x="0" y="1655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7000"/>
            </a:blip>
            <a:stretch>
              <a:fillRect t="-6622" r="-98831" b="-6622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" name="TextBox 4"/>
          <p:cNvSpPr txBox="1"/>
          <p:nvPr/>
        </p:nvSpPr>
        <p:spPr>
          <a:xfrm>
            <a:off x="4989722" y="3894549"/>
            <a:ext cx="8153400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Web Engineering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78237" y="5873338"/>
            <a:ext cx="5370909" cy="544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dirty="0">
                <a:solidFill>
                  <a:srgbClr val="000000"/>
                </a:solidFill>
                <a:latin typeface="League Spartan"/>
              </a:rPr>
              <a:t>Introduction to </a:t>
            </a:r>
            <a:r>
              <a:rPr lang="en-US" sz="3150" dirty="0" err="1">
                <a:solidFill>
                  <a:srgbClr val="000000"/>
                </a:solidFill>
                <a:latin typeface="League Spartan"/>
              </a:rPr>
              <a:t>Javascript</a:t>
            </a:r>
            <a:endParaRPr lang="en-US" sz="3150" dirty="0">
              <a:solidFill>
                <a:srgbClr val="000000"/>
              </a:solidFill>
              <a:latin typeface="League Spartan"/>
            </a:endParaRP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1962D1B6-09A0-DE80-8A5A-13AA6C3C3935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/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What is </a:t>
            </a:r>
            <a:r>
              <a:rPr lang="en-US" sz="6000" b="1" dirty="0" err="1">
                <a:solidFill>
                  <a:srgbClr val="000000"/>
                </a:solidFill>
                <a:latin typeface="League Spartan"/>
              </a:rPr>
              <a:t>Javascript</a:t>
            </a: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 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21EAC8-27A8-CEEA-AE97-2D38313CD1E1}"/>
              </a:ext>
            </a:extLst>
          </p:cNvPr>
          <p:cNvSpPr txBox="1"/>
          <p:nvPr/>
        </p:nvSpPr>
        <p:spPr>
          <a:xfrm>
            <a:off x="685800" y="2699875"/>
            <a:ext cx="17401893" cy="2841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JavaScript is a programming language core technologies of the World  Wide Web.</a:t>
            </a:r>
          </a:p>
          <a:p>
            <a:pPr>
              <a:lnSpc>
                <a:spcPts val="4409"/>
              </a:lnSpc>
            </a:pPr>
            <a:endParaRPr lang="en-GB" dirty="0">
              <a:solidFill>
                <a:srgbClr val="000000"/>
              </a:solidFill>
              <a:latin typeface="League Spartan"/>
            </a:endParaRP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97%  of  websites use it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Client Side language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Browser have internal JavaScript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3350A8-A30F-2A85-5B4F-0FE1B9145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59A1343-A007-A419-32D4-4302470E7E3D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5086619-8857-C4B4-B8A0-DF4A93481B2D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45CE734-68E8-0716-EC7F-60832D849D32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Syntax : Variables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5BE057B-86A5-8917-5480-6A0BC3650095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B3F2E4-D5D0-BBA8-1278-6F72B32A993B}"/>
              </a:ext>
            </a:extLst>
          </p:cNvPr>
          <p:cNvSpPr txBox="1"/>
          <p:nvPr/>
        </p:nvSpPr>
        <p:spPr>
          <a:xfrm>
            <a:off x="685800" y="2699875"/>
            <a:ext cx="1740189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Variables  are dynamically typed.</a:t>
            </a:r>
            <a:br>
              <a:rPr lang="en-US" dirty="0">
                <a:latin typeface="League Spartan" pitchFamily="2" charset="0"/>
              </a:rPr>
            </a:br>
            <a:br>
              <a:rPr lang="en-US" dirty="0">
                <a:latin typeface="League Spartan" pitchFamily="2" charset="0"/>
              </a:rPr>
            </a:br>
            <a:r>
              <a:rPr lang="en-US" dirty="0">
                <a:latin typeface="League Spartan" pitchFamily="2" charset="0"/>
              </a:rPr>
              <a:t>Two syntax :</a:t>
            </a:r>
            <a:br>
              <a:rPr lang="en-US" dirty="0">
                <a:latin typeface="League Spartan" pitchFamily="2" charset="0"/>
              </a:rPr>
            </a:b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//Function  scoped</a:t>
            </a:r>
            <a:br>
              <a:rPr lang="en-US" dirty="0">
                <a:latin typeface="League Spartan" pitchFamily="2" charset="0"/>
              </a:rPr>
            </a:b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var</a:t>
            </a:r>
            <a:r>
              <a:rPr lang="en-US" dirty="0">
                <a:latin typeface="League Spartan" pitchFamily="2" charset="0"/>
              </a:rPr>
              <a:t> </a:t>
            </a:r>
            <a:r>
              <a:rPr lang="en-US" dirty="0" err="1">
                <a:latin typeface="League Spartan" pitchFamily="2" charset="0"/>
              </a:rPr>
              <a:t>myVariable</a:t>
            </a:r>
            <a:r>
              <a:rPr lang="en-US" dirty="0">
                <a:latin typeface="League Spartan" pitchFamily="2" charset="0"/>
              </a:rPr>
              <a:t> = 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  Block Scoped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let</a:t>
            </a:r>
            <a:r>
              <a:rPr lang="en-US" dirty="0">
                <a:latin typeface="League Spartan" pitchFamily="2" charset="0"/>
              </a:rPr>
              <a:t> </a:t>
            </a:r>
            <a:r>
              <a:rPr lang="en-US" dirty="0" err="1">
                <a:latin typeface="League Spartan" pitchFamily="2" charset="0"/>
              </a:rPr>
              <a:t>myVariable</a:t>
            </a:r>
            <a:r>
              <a:rPr lang="en-US" dirty="0">
                <a:latin typeface="League Spartan" pitchFamily="2" charset="0"/>
              </a:rPr>
              <a:t> =5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const</a:t>
            </a:r>
            <a:r>
              <a:rPr lang="en-US" dirty="0">
                <a:latin typeface="League Spartan" pitchFamily="2" charset="0"/>
              </a:rPr>
              <a:t> can be used to  declare constant</a:t>
            </a:r>
          </a:p>
        </p:txBody>
      </p:sp>
    </p:spTree>
    <p:extLst>
      <p:ext uri="{BB962C8B-B14F-4D97-AF65-F5344CB8AC3E}">
        <p14:creationId xmlns:p14="http://schemas.microsoft.com/office/powerpoint/2010/main" val="2012234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1FF0E8-8FA0-8D32-EE34-64AB99001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A064BCB-2EE3-2D9D-47F7-9F2444675E95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416094C-F855-EA09-1214-AB181B2A1ED3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6D2E0E8-3CBA-26C1-F61C-682B54349631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Syntax : Loops &amp;  iterations (1/3)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1B754CD-BEA2-B045-1261-18FFE08FC553}"/>
              </a:ext>
            </a:extLst>
          </p:cNvPr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CD50DB-9497-C81B-06DE-575C8BBF1CD2}"/>
              </a:ext>
            </a:extLst>
          </p:cNvPr>
          <p:cNvSpPr txBox="1"/>
          <p:nvPr/>
        </p:nvSpPr>
        <p:spPr>
          <a:xfrm>
            <a:off x="685800" y="2699875"/>
            <a:ext cx="174018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//for ([</a:t>
            </a:r>
            <a:r>
              <a:rPr lang="en-US" dirty="0" err="1">
                <a:solidFill>
                  <a:schemeClr val="tx2"/>
                </a:solidFill>
                <a:latin typeface="League Spartan" pitchFamily="2" charset="0"/>
              </a:rPr>
              <a:t>initialExpression</a:t>
            </a: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]; [</a:t>
            </a:r>
            <a:r>
              <a:rPr lang="en-US" dirty="0" err="1">
                <a:solidFill>
                  <a:schemeClr val="tx2"/>
                </a:solidFill>
                <a:latin typeface="League Spartan" pitchFamily="2" charset="0"/>
              </a:rPr>
              <a:t>conditionExpression</a:t>
            </a: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]; [</a:t>
            </a:r>
            <a:r>
              <a:rPr lang="en-US" dirty="0" err="1">
                <a:solidFill>
                  <a:schemeClr val="tx2"/>
                </a:solidFill>
                <a:latin typeface="League Spartan" pitchFamily="2" charset="0"/>
              </a:rPr>
              <a:t>incrementExpression</a:t>
            </a: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])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for</a:t>
            </a:r>
            <a:r>
              <a:rPr lang="en-US" dirty="0">
                <a:latin typeface="League Spartan" pitchFamily="2" charset="0"/>
              </a:rPr>
              <a:t> (let step = 0; step &lt; 5; step++)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 Runs 5 times, with values of step 0 through 4.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2"/>
              </a:solidFill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console.log('Walking east one step’);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8138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C36D32-E880-8F8B-0040-D5672EE6A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929D0BE-38E4-AE26-9C3E-F3A7E6FE9946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E11EE58-FB07-EAFE-27A4-8B0BBD9512E6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FDE08D1-9B0B-5173-751F-B443FCFF0014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Syntax : Loops &amp;  iterations (2/3)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B9972EE-3BA1-6E06-0626-E3B55A4E2FC2}"/>
              </a:ext>
            </a:extLst>
          </p:cNvPr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5906B6-FEF8-59B2-1EC8-BFFBE53E4706}"/>
              </a:ext>
            </a:extLst>
          </p:cNvPr>
          <p:cNvSpPr txBox="1"/>
          <p:nvPr/>
        </p:nvSpPr>
        <p:spPr>
          <a:xfrm>
            <a:off x="685800" y="2699875"/>
            <a:ext cx="1740189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//while (condition)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6"/>
                </a:solidFill>
                <a:latin typeface="League Spartan" pitchFamily="2" charset="0"/>
              </a:rPr>
              <a:t>let</a:t>
            </a:r>
            <a:r>
              <a:rPr lang="pt-BR" dirty="0">
                <a:solidFill>
                  <a:schemeClr val="bg2"/>
                </a:solidFill>
                <a:latin typeface="League Spartan" pitchFamily="2" charset="0"/>
              </a:rPr>
              <a:t> </a:t>
            </a:r>
            <a:r>
              <a:rPr lang="pt-BR" dirty="0">
                <a:latin typeface="League Spartan" pitchFamily="2" charset="0"/>
              </a:rPr>
              <a:t>n = 0;</a:t>
            </a:r>
            <a:br>
              <a:rPr lang="pt-BR" dirty="0">
                <a:latin typeface="League Spartan" pitchFamily="2" charset="0"/>
              </a:rPr>
            </a:br>
            <a:endParaRPr lang="pt-BR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6"/>
                </a:solidFill>
                <a:latin typeface="League Spartan" pitchFamily="2" charset="0"/>
              </a:rPr>
              <a:t>let</a:t>
            </a:r>
            <a:r>
              <a:rPr lang="pt-BR" dirty="0">
                <a:solidFill>
                  <a:schemeClr val="bg2"/>
                </a:solidFill>
                <a:latin typeface="League Spartan" pitchFamily="2" charset="0"/>
              </a:rPr>
              <a:t> </a:t>
            </a:r>
            <a:r>
              <a:rPr lang="pt-BR" dirty="0">
                <a:latin typeface="League Spartan" pitchFamily="2" charset="0"/>
              </a:rPr>
              <a:t>x = 0;</a:t>
            </a:r>
            <a:br>
              <a:rPr lang="pt-BR" dirty="0">
                <a:latin typeface="League Spartan" pitchFamily="2" charset="0"/>
              </a:rPr>
            </a:br>
            <a:endParaRPr lang="pt-BR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6"/>
                </a:solidFill>
                <a:latin typeface="League Spartan" pitchFamily="2" charset="0"/>
              </a:rPr>
              <a:t>while</a:t>
            </a:r>
            <a:r>
              <a:rPr lang="pt-BR" dirty="0">
                <a:solidFill>
                  <a:schemeClr val="bg2"/>
                </a:solidFill>
                <a:latin typeface="League Spartan" pitchFamily="2" charset="0"/>
              </a:rPr>
              <a:t> </a:t>
            </a:r>
            <a:r>
              <a:rPr lang="pt-BR" dirty="0">
                <a:latin typeface="League Spartan" pitchFamily="2" charset="0"/>
              </a:rPr>
              <a:t>(n &lt; 3) {</a:t>
            </a:r>
            <a:br>
              <a:rPr lang="pt-BR" dirty="0">
                <a:latin typeface="League Spartan" pitchFamily="2" charset="0"/>
              </a:rPr>
            </a:br>
            <a:endParaRPr lang="pt-BR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League Spartan" pitchFamily="2" charset="0"/>
              </a:rPr>
              <a:t>  n++;</a:t>
            </a:r>
            <a:br>
              <a:rPr lang="pt-BR" dirty="0">
                <a:latin typeface="League Spartan" pitchFamily="2" charset="0"/>
              </a:rPr>
            </a:br>
            <a:endParaRPr lang="pt-BR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League Spartan" pitchFamily="2" charset="0"/>
              </a:rPr>
              <a:t>  x += n;</a:t>
            </a:r>
            <a:br>
              <a:rPr lang="pt-BR" dirty="0">
                <a:latin typeface="League Spartan" pitchFamily="2" charset="0"/>
              </a:rPr>
            </a:br>
            <a:endParaRPr lang="pt-BR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League Spartan" pitchFamily="2" charset="0"/>
              </a:rPr>
              <a:t>}</a:t>
            </a:r>
            <a:endParaRPr lang="en-US" dirty="0">
              <a:latin typeface="League Spart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740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4166FA-2F56-D85F-EAAE-A101A7491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2E8851E-10EC-5009-29CD-815F0E4D4060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D330281-BA9D-A6C8-B5D4-1A28DAA64DC4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68E52F0-6651-E996-4329-0E06796B7E74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Syntax : Loops &amp;  iterations (3/3)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6183D38-7342-B671-726B-33CB50551468}"/>
              </a:ext>
            </a:extLst>
          </p:cNvPr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5BEBB-C3A9-16B2-E2A4-DBEF25821052}"/>
              </a:ext>
            </a:extLst>
          </p:cNvPr>
          <p:cNvSpPr txBox="1"/>
          <p:nvPr/>
        </p:nvSpPr>
        <p:spPr>
          <a:xfrm>
            <a:off x="685800" y="2699875"/>
            <a:ext cx="1740189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//for (variable in object)</a:t>
            </a:r>
            <a:endParaRPr lang="en-US" dirty="0">
              <a:solidFill>
                <a:schemeClr val="bg2"/>
              </a:solidFill>
              <a:latin typeface="League Spartan" pitchFamily="2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const</a:t>
            </a:r>
            <a:r>
              <a:rPr lang="en-US" dirty="0">
                <a:solidFill>
                  <a:schemeClr val="bg2"/>
                </a:solidFill>
                <a:latin typeface="League Spartan" pitchFamily="2" charset="0"/>
              </a:rPr>
              <a:t> </a:t>
            </a:r>
            <a:r>
              <a:rPr lang="en-US" dirty="0" err="1">
                <a:latin typeface="League Spartan" pitchFamily="2" charset="0"/>
              </a:rPr>
              <a:t>arr</a:t>
            </a:r>
            <a:r>
              <a:rPr lang="en-US" dirty="0">
                <a:latin typeface="League Spartan" pitchFamily="2" charset="0"/>
              </a:rPr>
              <a:t> = [3, 5, 7];</a:t>
            </a:r>
            <a:br>
              <a:rPr lang="en-US" dirty="0">
                <a:latin typeface="League Spartan" pitchFamily="2" charset="0"/>
              </a:rPr>
            </a:br>
            <a:endParaRPr lang="en-US" dirty="0">
              <a:latin typeface="League Spartan" pitchFamily="2" charset="0"/>
            </a:endParaRPr>
          </a:p>
          <a:p>
            <a:pPr marL="0" indent="0">
              <a:buNone/>
            </a:pPr>
            <a:r>
              <a:rPr lang="en-US" dirty="0" err="1">
                <a:latin typeface="League Spartan" pitchFamily="2" charset="0"/>
              </a:rPr>
              <a:t>arr.foo</a:t>
            </a:r>
            <a:r>
              <a:rPr lang="en-US" dirty="0">
                <a:latin typeface="League Spartan" pitchFamily="2" charset="0"/>
              </a:rPr>
              <a:t> = 'hello';</a:t>
            </a:r>
          </a:p>
          <a:p>
            <a:pPr marL="0" indent="0">
              <a:buNone/>
            </a:pPr>
            <a:endParaRPr lang="en-US" dirty="0">
              <a:solidFill>
                <a:schemeClr val="bg2"/>
              </a:solidFill>
              <a:latin typeface="League Spartan" pitchFamily="2" charset="0"/>
            </a:endParaRPr>
          </a:p>
          <a:p>
            <a:pPr marL="0" indent="0">
              <a:buNone/>
            </a:pPr>
            <a:r>
              <a:rPr lang="en-US" dirty="0">
                <a:latin typeface="League Spartan" pitchFamily="2" charset="0"/>
              </a:rPr>
              <a:t>for</a:t>
            </a:r>
            <a:r>
              <a:rPr lang="en-US" dirty="0">
                <a:solidFill>
                  <a:schemeClr val="bg2"/>
                </a:solidFill>
                <a:latin typeface="League Spartan" pitchFamily="2" charset="0"/>
              </a:rPr>
              <a:t> </a:t>
            </a:r>
            <a:r>
              <a:rPr lang="en-US" dirty="0">
                <a:latin typeface="League Spartan" pitchFamily="2" charset="0"/>
              </a:rPr>
              <a:t>(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let</a:t>
            </a:r>
            <a:r>
              <a:rPr lang="en-US" dirty="0">
                <a:solidFill>
                  <a:schemeClr val="bg2"/>
                </a:solidFill>
                <a:latin typeface="League Spartan" pitchFamily="2" charset="0"/>
              </a:rPr>
              <a:t> </a:t>
            </a:r>
            <a:r>
              <a:rPr lang="en-US" dirty="0" err="1">
                <a:latin typeface="League Spartan" pitchFamily="2" charset="0"/>
              </a:rPr>
              <a:t>i</a:t>
            </a:r>
            <a:r>
              <a:rPr lang="en-US" dirty="0">
                <a:solidFill>
                  <a:schemeClr val="bg2"/>
                </a:solidFill>
                <a:latin typeface="League Spartan" pitchFamily="2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in</a:t>
            </a:r>
            <a:r>
              <a:rPr lang="en-US" dirty="0">
                <a:solidFill>
                  <a:schemeClr val="bg2"/>
                </a:solidFill>
                <a:latin typeface="League Spartan" pitchFamily="2" charset="0"/>
              </a:rPr>
              <a:t> </a:t>
            </a:r>
            <a:r>
              <a:rPr lang="en-US" dirty="0" err="1">
                <a:latin typeface="League Spartan" pitchFamily="2" charset="0"/>
              </a:rPr>
              <a:t>arr</a:t>
            </a:r>
            <a:r>
              <a:rPr lang="en-US" dirty="0">
                <a:latin typeface="League Spartan" pitchFamily="2" charset="0"/>
              </a:rPr>
              <a:t>) {</a:t>
            </a:r>
            <a:br>
              <a:rPr lang="en-US" dirty="0">
                <a:latin typeface="League Spartan" pitchFamily="2" charset="0"/>
              </a:rPr>
            </a:br>
            <a:endParaRPr lang="en-US" dirty="0">
              <a:latin typeface="League Spartan" pitchFamily="2" charset="0"/>
            </a:endParaRPr>
          </a:p>
          <a:p>
            <a:pPr marL="0" indent="0">
              <a:buNone/>
            </a:pPr>
            <a:r>
              <a:rPr lang="en-US" dirty="0">
                <a:latin typeface="League Spartan" pitchFamily="2" charset="0"/>
              </a:rPr>
              <a:t>   console.log(</a:t>
            </a:r>
            <a:r>
              <a:rPr lang="en-US" dirty="0" err="1">
                <a:latin typeface="League Spartan" pitchFamily="2" charset="0"/>
              </a:rPr>
              <a:t>i</a:t>
            </a:r>
            <a:r>
              <a:rPr lang="en-US" dirty="0">
                <a:latin typeface="League Spartan" pitchFamily="2" charset="0"/>
              </a:rPr>
              <a:t>); // logs "0", "1", "2", "foo"</a:t>
            </a:r>
            <a:br>
              <a:rPr lang="en-US" dirty="0">
                <a:latin typeface="League Spartan" pitchFamily="2" charset="0"/>
              </a:rPr>
            </a:br>
            <a:endParaRPr lang="en-US" dirty="0">
              <a:latin typeface="League Spartan" pitchFamily="2" charset="0"/>
            </a:endParaRPr>
          </a:p>
          <a:p>
            <a:pPr marL="0" indent="0">
              <a:buNone/>
            </a:pPr>
            <a:endParaRPr lang="en-US" dirty="0">
              <a:latin typeface="League Spartan" pitchFamily="2" charset="0"/>
            </a:endParaRPr>
          </a:p>
          <a:p>
            <a:pPr marL="0" indent="0">
              <a:buNone/>
            </a:pPr>
            <a:r>
              <a:rPr lang="en-US" dirty="0">
                <a:latin typeface="League Spartan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66582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55482E-EACA-1EEB-EA04-9C763D444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08E50DA-9AA1-559E-5766-F16A3A0B0ACD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A4207CB-1207-FCF5-23F1-8C2E8320FF21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75017D2-4CE4-728D-02CE-0D80A47EF32B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Syntax : Conditional Expression (1/2)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192DFA6-9898-BFB2-F8BE-969FA0765D96}"/>
              </a:ext>
            </a:extLst>
          </p:cNvPr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94DD2-CD4F-9D5E-C396-BEF52DEE213B}"/>
              </a:ext>
            </a:extLst>
          </p:cNvPr>
          <p:cNvSpPr txBox="1"/>
          <p:nvPr/>
        </p:nvSpPr>
        <p:spPr>
          <a:xfrm>
            <a:off x="685800" y="2699875"/>
            <a:ext cx="1740189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let</a:t>
            </a:r>
            <a:r>
              <a:rPr lang="en-US" dirty="0">
                <a:latin typeface="League Spartan" pitchFamily="2" charset="0"/>
              </a:rPr>
              <a:t> result;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let</a:t>
            </a:r>
            <a:r>
              <a:rPr lang="en-US" dirty="0">
                <a:latin typeface="League Spartan" pitchFamily="2" charset="0"/>
              </a:rPr>
              <a:t> a=5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if</a:t>
            </a:r>
            <a:r>
              <a:rPr lang="en-US" dirty="0">
                <a:latin typeface="League Spartan" pitchFamily="2" charset="0"/>
              </a:rPr>
              <a:t> (a &gt; 0)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result = 'positive’;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}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else</a:t>
            </a:r>
            <a:r>
              <a:rPr lang="en-US" dirty="0">
                <a:latin typeface="League Spartan" pitchFamily="2" charset="0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{ 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result = 'NOT positive’;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95186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30D276-2BBD-FD00-9584-A259CCD8F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FD45EAF-9DCF-A3EF-B7D1-A74C8DC2E192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8DA68C0-BF0C-F4DA-1081-E837EC2A52B0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8C7798C-F35D-54E0-A399-6F5A4C0DAFA4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Syntax : Conditional Expression (2/2)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3A82D59-5ADC-5BB9-3D36-F20BEA7E54A3}"/>
              </a:ext>
            </a:extLst>
          </p:cNvPr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31FE5C-CF5E-E5D1-FBA3-80BF39B2AAA4}"/>
              </a:ext>
            </a:extLst>
          </p:cNvPr>
          <p:cNvSpPr txBox="1"/>
          <p:nvPr/>
        </p:nvSpPr>
        <p:spPr>
          <a:xfrm>
            <a:off x="685800" y="2699875"/>
            <a:ext cx="1740189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const</a:t>
            </a:r>
            <a:r>
              <a:rPr lang="en-US" dirty="0">
                <a:latin typeface="League Spartan" pitchFamily="2" charset="0"/>
              </a:rPr>
              <a:t> expr = 'Papayas’;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switch</a:t>
            </a:r>
            <a:r>
              <a:rPr lang="en-US" dirty="0">
                <a:latin typeface="League Spartan" pitchFamily="2" charset="0"/>
              </a:rPr>
              <a:t> (expr)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case</a:t>
            </a:r>
            <a:r>
              <a:rPr lang="en-US" dirty="0">
                <a:latin typeface="League Spartan" pitchFamily="2" charset="0"/>
              </a:rPr>
              <a:t> 'Oranges':  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 console.log('Oranges are $0.59 a pound.’);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break</a:t>
            </a:r>
            <a:r>
              <a:rPr lang="en-US" dirty="0">
                <a:latin typeface="League Spartan" pitchFamily="2" charset="0"/>
              </a:rPr>
              <a:t>;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case</a:t>
            </a:r>
            <a:r>
              <a:rPr lang="en-US" dirty="0">
                <a:latin typeface="League Spartan" pitchFamily="2" charset="0"/>
              </a:rPr>
              <a:t> 'Papayas': 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 console.log('Mangoes and papayas are $2.79 a pound.');    </a:t>
            </a: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 expected output: "Mangoes and papayas are $2.79 a pound."  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 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break</a:t>
            </a:r>
            <a:r>
              <a:rPr lang="en-US" dirty="0">
                <a:latin typeface="League Spartan" pitchFamily="2" charset="0"/>
              </a:rPr>
              <a:t>;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default</a:t>
            </a:r>
            <a:r>
              <a:rPr lang="en-US" dirty="0">
                <a:latin typeface="League Spartan" pitchFamily="2" charset="0"/>
              </a:rPr>
              <a:t>:  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console.log(`Sorry, we are out of ${expr}.`);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11722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178381-ADE5-BDCE-638F-A63F8EFF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43AB0F0-AC44-E680-9F95-19D6D356AC0F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859BEBD-FDE5-0BE4-C8B7-AD8FD1AAE2C5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A0A296C-809D-16E0-676A-3456279E1C0A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Functions : Create a function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559BD3B-DA70-D579-E5B0-3AF1ED8505E5}"/>
              </a:ext>
            </a:extLst>
          </p:cNvPr>
          <p:cNvSpPr txBox="1"/>
          <p:nvPr/>
        </p:nvSpPr>
        <p:spPr>
          <a:xfrm>
            <a:off x="9065270" y="9499792"/>
            <a:ext cx="4597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821323-1058-6960-4ED8-AA5F087C1CA3}"/>
              </a:ext>
            </a:extLst>
          </p:cNvPr>
          <p:cNvSpPr txBox="1"/>
          <p:nvPr/>
        </p:nvSpPr>
        <p:spPr>
          <a:xfrm>
            <a:off x="685800" y="2699875"/>
            <a:ext cx="174018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function</a:t>
            </a:r>
            <a:r>
              <a:rPr lang="en-US" dirty="0">
                <a:latin typeface="League Spartan" pitchFamily="2" charset="0"/>
              </a:rPr>
              <a:t> </a:t>
            </a:r>
            <a:r>
              <a:rPr lang="en-US" dirty="0" err="1">
                <a:latin typeface="League Spartan" pitchFamily="2" charset="0"/>
              </a:rPr>
              <a:t>myFunction</a:t>
            </a:r>
            <a:r>
              <a:rPr lang="en-US" dirty="0">
                <a:latin typeface="League Spartan" pitchFamily="2" charset="0"/>
              </a:rPr>
              <a:t>(</a:t>
            </a:r>
            <a:r>
              <a:rPr lang="en-US" dirty="0">
                <a:solidFill>
                  <a:srgbClr val="C00000"/>
                </a:solidFill>
                <a:latin typeface="League Spartan" pitchFamily="2" charset="0"/>
              </a:rPr>
              <a:t>arg1</a:t>
            </a:r>
            <a:r>
              <a:rPr lang="en-US" dirty="0">
                <a:latin typeface="League Spartan" pitchFamily="2" charset="0"/>
              </a:rPr>
              <a:t>,</a:t>
            </a:r>
            <a:r>
              <a:rPr lang="en-US" dirty="0">
                <a:solidFill>
                  <a:srgbClr val="C00000"/>
                </a:solidFill>
                <a:latin typeface="League Spartan" pitchFamily="2" charset="0"/>
              </a:rPr>
              <a:t>arg2</a:t>
            </a:r>
            <a:r>
              <a:rPr lang="en-US" dirty="0">
                <a:latin typeface="League Spartan" pitchFamily="2" charset="0"/>
              </a:rPr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return</a:t>
            </a:r>
            <a:r>
              <a:rPr lang="en-US" dirty="0">
                <a:latin typeface="League Spartan" pitchFamily="2" charset="0"/>
              </a:rPr>
              <a:t> arg1+arg2;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447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FCAA4C-B2C1-8E83-8E94-5EB4FC228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87512D4-EAC6-FADB-57F9-FF970463ED3E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4B66C24-76F9-63B5-C1B5-C2E48C800670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56574FC-7FDC-17EB-5E6C-C500FE71566C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Insert </a:t>
            </a:r>
            <a:r>
              <a:rPr lang="en-US" sz="6000" b="1" dirty="0" err="1">
                <a:solidFill>
                  <a:srgbClr val="000000"/>
                </a:solidFill>
                <a:latin typeface="League Spartan"/>
              </a:rPr>
              <a:t>Javascript</a:t>
            </a: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 in HTML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8BC9A9E-E928-F986-5F6E-2421D0D02459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781ED3-DC14-2B4E-6F0C-162E79D53168}"/>
              </a:ext>
            </a:extLst>
          </p:cNvPr>
          <p:cNvSpPr txBox="1"/>
          <p:nvPr/>
        </p:nvSpPr>
        <p:spPr>
          <a:xfrm>
            <a:off x="685800" y="2699875"/>
            <a:ext cx="174018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eague Spartan" pitchFamily="2" charset="0"/>
              </a:rPr>
              <a:t>&lt;script&gt;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</a:t>
            </a: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 your code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eague Spartan" pitchFamily="2" charset="0"/>
              </a:rPr>
              <a:t>&lt;/script&gt;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eague Spartan" pitchFamily="2" charset="0"/>
              </a:rPr>
              <a:t>&lt;script</a:t>
            </a:r>
            <a:r>
              <a:rPr lang="en-US" dirty="0">
                <a:latin typeface="League Spartan" pitchFamily="2" charset="0"/>
              </a:rPr>
              <a:t> </a:t>
            </a:r>
            <a:r>
              <a:rPr lang="en-US" dirty="0" err="1">
                <a:solidFill>
                  <a:schemeClr val="accent6"/>
                </a:solidFill>
                <a:latin typeface="League Spartan" pitchFamily="2" charset="0"/>
              </a:rPr>
              <a:t>src</a:t>
            </a:r>
            <a:r>
              <a:rPr lang="en-US" dirty="0">
                <a:latin typeface="League Spartan" pitchFamily="2" charset="0"/>
              </a:rPr>
              <a:t>="</a:t>
            </a:r>
            <a:r>
              <a:rPr lang="en-US" dirty="0" err="1">
                <a:latin typeface="League Spartan" pitchFamily="2" charset="0"/>
              </a:rPr>
              <a:t>linktoyourscript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eague Spartan" pitchFamily="2" charset="0"/>
              </a:rPr>
              <a:t>"&gt;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 you can also  add code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eague Spartan" pitchFamily="2" charset="0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320196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1CE0DF-667C-6351-D1EC-A2BC9684C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85623BF-C7CF-E190-DC0B-64653A1C323F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0314F9D-B53E-85BA-5168-D326B777E147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D0D8DDC-2BA1-2EF9-E765-AF3F9A909DDB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Functions : DOM  Manipulation (1/3)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561F19D-5667-D61D-A1A5-FA92F97497F3}"/>
              </a:ext>
            </a:extLst>
          </p:cNvPr>
          <p:cNvSpPr txBox="1"/>
          <p:nvPr/>
        </p:nvSpPr>
        <p:spPr>
          <a:xfrm>
            <a:off x="9065270" y="9499792"/>
            <a:ext cx="3835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42EE2-0B04-AC8C-FD43-CBF692371926}"/>
              </a:ext>
            </a:extLst>
          </p:cNvPr>
          <p:cNvSpPr txBox="1"/>
          <p:nvPr/>
        </p:nvSpPr>
        <p:spPr>
          <a:xfrm>
            <a:off x="685800" y="2699875"/>
            <a:ext cx="174018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6050" indent="0">
              <a:buNone/>
            </a:pP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//Get element with  id </a:t>
            </a:r>
          </a:p>
          <a:p>
            <a:pPr marL="146050" indent="0">
              <a:buNone/>
            </a:pP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var</a:t>
            </a:r>
            <a:r>
              <a:rPr lang="en-US" dirty="0">
                <a:latin typeface="League Spartan" pitchFamily="2" charset="0"/>
              </a:rPr>
              <a:t> element = </a:t>
            </a:r>
            <a:r>
              <a:rPr lang="en-US" dirty="0" err="1">
                <a:solidFill>
                  <a:schemeClr val="accent6"/>
                </a:solidFill>
                <a:latin typeface="League Spartan" pitchFamily="2" charset="0"/>
              </a:rPr>
              <a:t>document</a:t>
            </a:r>
            <a:r>
              <a:rPr lang="en-US" dirty="0" err="1">
                <a:latin typeface="League Spartan" pitchFamily="2" charset="0"/>
              </a:rPr>
              <a:t>.getElementById</a:t>
            </a:r>
            <a:r>
              <a:rPr lang="en-US" dirty="0">
                <a:latin typeface="League Spartan" pitchFamily="2" charset="0"/>
              </a:rPr>
              <a:t>(id);</a:t>
            </a:r>
          </a:p>
          <a:p>
            <a:pPr marL="146050" indent="0">
              <a:buNone/>
            </a:pPr>
            <a:endParaRPr lang="en-US" dirty="0">
              <a:latin typeface="League Spartan" pitchFamily="2" charset="0"/>
            </a:endParaRPr>
          </a:p>
          <a:p>
            <a:pPr marL="146050" indent="0">
              <a:buNone/>
            </a:pP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//Get element  by tag name  return  an array</a:t>
            </a:r>
            <a:br>
              <a:rPr lang="en-US" dirty="0">
                <a:latin typeface="League Spartan" pitchFamily="2" charset="0"/>
              </a:rPr>
            </a:br>
            <a:br>
              <a:rPr lang="en-US" dirty="0">
                <a:latin typeface="League Spartan" pitchFamily="2" charset="0"/>
              </a:rPr>
            </a:b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const</a:t>
            </a:r>
            <a:r>
              <a:rPr lang="en-US" dirty="0">
                <a:latin typeface="League Spartan" pitchFamily="2" charset="0"/>
              </a:rPr>
              <a:t> list = </a:t>
            </a:r>
            <a:r>
              <a:rPr lang="en-US" dirty="0" err="1">
                <a:latin typeface="League Spartan" pitchFamily="2" charset="0"/>
              </a:rPr>
              <a:t>document.getElementsByTagName</a:t>
            </a:r>
            <a:r>
              <a:rPr lang="en-US" dirty="0">
                <a:latin typeface="League Spartan" pitchFamily="2" charset="0"/>
              </a:rPr>
              <a:t>("UL");</a:t>
            </a:r>
          </a:p>
          <a:p>
            <a:pPr marL="146050" indent="0">
              <a:buNone/>
            </a:pPr>
            <a:endParaRPr lang="en-US" dirty="0">
              <a:latin typeface="League Spartan" pitchFamily="2" charset="0"/>
            </a:endParaRPr>
          </a:p>
          <a:p>
            <a:pPr marL="146050" indent="0">
              <a:buNone/>
            </a:pP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 Get element by class name</a:t>
            </a:r>
            <a:br>
              <a:rPr lang="en-US" dirty="0">
                <a:latin typeface="League Spartan" pitchFamily="2" charset="0"/>
              </a:rPr>
            </a:br>
            <a:br>
              <a:rPr lang="en-US" dirty="0">
                <a:latin typeface="League Spartan" pitchFamily="2" charset="0"/>
              </a:rPr>
            </a:b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var</a:t>
            </a:r>
            <a:r>
              <a:rPr lang="en-US" dirty="0">
                <a:latin typeface="League Spartan" pitchFamily="2" charset="0"/>
              </a:rPr>
              <a:t> elements = </a:t>
            </a:r>
            <a:r>
              <a:rPr lang="en-US" dirty="0" err="1">
                <a:latin typeface="League Spartan" pitchFamily="2" charset="0"/>
              </a:rPr>
              <a:t>document.getElementsByClassName</a:t>
            </a:r>
            <a:r>
              <a:rPr lang="en-US" dirty="0">
                <a:latin typeface="League Spartan" pitchFamily="2" charset="0"/>
              </a:rPr>
              <a:t>(name);</a:t>
            </a:r>
          </a:p>
        </p:txBody>
      </p:sp>
    </p:spTree>
    <p:extLst>
      <p:ext uri="{BB962C8B-B14F-4D97-AF65-F5344CB8AC3E}">
        <p14:creationId xmlns:p14="http://schemas.microsoft.com/office/powerpoint/2010/main" val="261485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2A4458-80C5-307C-77E0-F408A491F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80364D1-20A3-C8C1-EF53-0B9D6FEF96C9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E22CA70-6304-BB52-2499-C8F88DB027B7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44114CF-B0FA-D8AF-7166-34A9B2A20C63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Functions : DOM  Manipulation (2/3)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7A7282A-E316-966A-A456-B63D49DF3E0C}"/>
              </a:ext>
            </a:extLst>
          </p:cNvPr>
          <p:cNvSpPr txBox="1"/>
          <p:nvPr/>
        </p:nvSpPr>
        <p:spPr>
          <a:xfrm>
            <a:off x="9065270" y="9499792"/>
            <a:ext cx="4597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86FCDC-760C-C1E6-609A-D166DF4A84F2}"/>
              </a:ext>
            </a:extLst>
          </p:cNvPr>
          <p:cNvSpPr txBox="1"/>
          <p:nvPr/>
        </p:nvSpPr>
        <p:spPr>
          <a:xfrm>
            <a:off x="685800" y="2699875"/>
            <a:ext cx="174018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6050" indent="0">
              <a:buNone/>
            </a:pP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//Set Html of an element</a:t>
            </a:r>
            <a:br>
              <a:rPr lang="en-US" dirty="0">
                <a:solidFill>
                  <a:schemeClr val="tx2"/>
                </a:solidFill>
                <a:latin typeface="League Spartan" pitchFamily="2" charset="0"/>
              </a:rPr>
            </a:br>
            <a:br>
              <a:rPr lang="en-US" dirty="0">
                <a:solidFill>
                  <a:schemeClr val="tx2"/>
                </a:solidFill>
                <a:latin typeface="League Spartan" pitchFamily="2" charset="0"/>
              </a:rPr>
            </a:br>
            <a:r>
              <a:rPr lang="en-US" dirty="0" err="1">
                <a:latin typeface="League Spartan" pitchFamily="2" charset="0"/>
              </a:rPr>
              <a:t>element.innerHTML</a:t>
            </a:r>
            <a:r>
              <a:rPr lang="en-US" dirty="0">
                <a:latin typeface="League Spartan" pitchFamily="2" charset="0"/>
              </a:rPr>
              <a:t> = "additional HTML code“;</a:t>
            </a:r>
          </a:p>
          <a:p>
            <a:pPr marL="146050" indent="0">
              <a:buNone/>
            </a:pPr>
            <a:endParaRPr lang="en-US" dirty="0">
              <a:solidFill>
                <a:schemeClr val="bg2"/>
              </a:solidFill>
              <a:latin typeface="League Spartan" pitchFamily="2" charset="0"/>
            </a:endParaRPr>
          </a:p>
          <a:p>
            <a:pPr marL="146050" indent="0">
              <a:buNone/>
            </a:pP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//Modify style</a:t>
            </a:r>
          </a:p>
          <a:p>
            <a:pPr marL="146050" indent="0">
              <a:buNone/>
            </a:pPr>
            <a:endParaRPr lang="en-US" dirty="0">
              <a:solidFill>
                <a:schemeClr val="bg2"/>
              </a:solidFill>
              <a:latin typeface="League Spartan" pitchFamily="2" charset="0"/>
            </a:endParaRPr>
          </a:p>
          <a:p>
            <a:pPr marL="146050" indent="0">
              <a:buNone/>
            </a:pPr>
            <a:r>
              <a:rPr lang="en-US" dirty="0" err="1">
                <a:latin typeface="League Spartan" pitchFamily="2" charset="0"/>
              </a:rPr>
              <a:t>element.style.color</a:t>
            </a:r>
            <a:r>
              <a:rPr lang="en-US" dirty="0">
                <a:latin typeface="League Spartan" pitchFamily="2" charset="0"/>
              </a:rPr>
              <a:t> = "red";</a:t>
            </a:r>
          </a:p>
        </p:txBody>
      </p:sp>
    </p:spTree>
    <p:extLst>
      <p:ext uri="{BB962C8B-B14F-4D97-AF65-F5344CB8AC3E}">
        <p14:creationId xmlns:p14="http://schemas.microsoft.com/office/powerpoint/2010/main" val="1071053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304EAE-673E-9C3D-D445-4F23D9880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2BD9009-F31E-B00D-9330-1497185123B2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23005BC-8E02-CFF0-B403-F77356BAC9CB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61BAC01-3298-3A39-844B-208AF70CAB76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Functions : DOM  Manipulation (3/3)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812838A-3014-CBB6-30C5-DA6F3A9F3242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684EAA-DD4C-3143-46C4-0D2E9F89F84C}"/>
              </a:ext>
            </a:extLst>
          </p:cNvPr>
          <p:cNvSpPr txBox="1"/>
          <p:nvPr/>
        </p:nvSpPr>
        <p:spPr>
          <a:xfrm>
            <a:off x="685800" y="2699875"/>
            <a:ext cx="1740189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6050" indent="0">
              <a:buNone/>
            </a:pP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//Add class</a:t>
            </a:r>
            <a:br>
              <a:rPr lang="en-US" dirty="0">
                <a:solidFill>
                  <a:schemeClr val="tx2"/>
                </a:solidFill>
                <a:latin typeface="League Spartan" pitchFamily="2" charset="0"/>
              </a:rPr>
            </a:br>
            <a:r>
              <a:rPr lang="en-US" dirty="0" err="1">
                <a:latin typeface="League Spartan" pitchFamily="2" charset="0"/>
              </a:rPr>
              <a:t>element.classList.add</a:t>
            </a:r>
            <a:r>
              <a:rPr lang="en-US" dirty="0">
                <a:latin typeface="League Spartan" pitchFamily="2" charset="0"/>
              </a:rPr>
              <a:t>('</a:t>
            </a:r>
            <a:r>
              <a:rPr lang="en-US" dirty="0" err="1">
                <a:latin typeface="League Spartan" pitchFamily="2" charset="0"/>
              </a:rPr>
              <a:t>MyClass</a:t>
            </a:r>
            <a:r>
              <a:rPr lang="en-US" dirty="0">
                <a:latin typeface="League Spartan" pitchFamily="2" charset="0"/>
              </a:rPr>
              <a:t>’);</a:t>
            </a:r>
          </a:p>
          <a:p>
            <a:pPr marL="146050" indent="0">
              <a:buNone/>
            </a:pPr>
            <a:endParaRPr lang="en-US" dirty="0">
              <a:latin typeface="League Spartan" pitchFamily="2" charset="0"/>
            </a:endParaRPr>
          </a:p>
          <a:p>
            <a:pPr marL="146050" indent="0">
              <a:buNone/>
            </a:pP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//Remove class</a:t>
            </a:r>
            <a:endParaRPr lang="en-US" dirty="0">
              <a:solidFill>
                <a:schemeClr val="bg2"/>
              </a:solidFill>
              <a:latin typeface="League Spartan" pitchFamily="2" charset="0"/>
            </a:endParaRPr>
          </a:p>
          <a:p>
            <a:pPr marL="146050" indent="0">
              <a:buNone/>
            </a:pPr>
            <a:r>
              <a:rPr lang="en-US" dirty="0" err="1">
                <a:latin typeface="League Spartan" pitchFamily="2" charset="0"/>
              </a:rPr>
              <a:t>element.classList.remove</a:t>
            </a:r>
            <a:r>
              <a:rPr lang="en-US" dirty="0">
                <a:latin typeface="League Spartan" pitchFamily="2" charset="0"/>
              </a:rPr>
              <a:t>('</a:t>
            </a:r>
            <a:r>
              <a:rPr lang="en-US" dirty="0" err="1">
                <a:latin typeface="League Spartan" pitchFamily="2" charset="0"/>
              </a:rPr>
              <a:t>MyClass</a:t>
            </a:r>
            <a:r>
              <a:rPr lang="en-US" dirty="0">
                <a:latin typeface="League Spartan" pitchFamily="2" charset="0"/>
              </a:rPr>
              <a:t>’);</a:t>
            </a:r>
          </a:p>
          <a:p>
            <a:pPr marL="146050" indent="0">
              <a:buNone/>
            </a:pPr>
            <a:endParaRPr lang="en-US" dirty="0">
              <a:latin typeface="League Spartan" pitchFamily="2" charset="0"/>
            </a:endParaRPr>
          </a:p>
          <a:p>
            <a:pPr marL="146050" indent="0">
              <a:buNone/>
            </a:pP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//Contains</a:t>
            </a:r>
          </a:p>
          <a:p>
            <a:pPr marL="146050" indent="0">
              <a:buNone/>
            </a:pPr>
            <a:r>
              <a:rPr lang="en-US" dirty="0" err="1">
                <a:latin typeface="League Spartan" pitchFamily="2" charset="0"/>
              </a:rPr>
              <a:t>element.classList.contains</a:t>
            </a:r>
            <a:r>
              <a:rPr lang="en-US" dirty="0">
                <a:latin typeface="League Spartan" pitchFamily="2" charset="0"/>
              </a:rPr>
              <a:t>('</a:t>
            </a:r>
            <a:r>
              <a:rPr lang="en-US" dirty="0" err="1">
                <a:latin typeface="League Spartan" pitchFamily="2" charset="0"/>
              </a:rPr>
              <a:t>MyClass</a:t>
            </a:r>
            <a:r>
              <a:rPr lang="en-US" dirty="0">
                <a:latin typeface="League Spartan" pitchFamily="2" charset="0"/>
              </a:rPr>
              <a:t>’);</a:t>
            </a:r>
          </a:p>
          <a:p>
            <a:pPr marL="146050" indent="0">
              <a:buNone/>
            </a:pPr>
            <a:endParaRPr lang="en-US" dirty="0">
              <a:latin typeface="League Spartan" pitchFamily="2" charset="0"/>
            </a:endParaRPr>
          </a:p>
          <a:p>
            <a:pPr marL="146050" indent="0">
              <a:buNone/>
            </a:pP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//Toggle</a:t>
            </a:r>
          </a:p>
          <a:p>
            <a:pPr marL="146050" indent="0">
              <a:buNone/>
            </a:pPr>
            <a:r>
              <a:rPr lang="en-US" dirty="0" err="1">
                <a:latin typeface="League Spartan" pitchFamily="2" charset="0"/>
              </a:rPr>
              <a:t>element.classList.toggle</a:t>
            </a:r>
            <a:r>
              <a:rPr lang="en-US" dirty="0">
                <a:latin typeface="League Spartan" pitchFamily="2" charset="0"/>
              </a:rPr>
              <a:t>('</a:t>
            </a:r>
            <a:r>
              <a:rPr lang="en-US" dirty="0" err="1">
                <a:latin typeface="League Spartan" pitchFamily="2" charset="0"/>
              </a:rPr>
              <a:t>MyClass</a:t>
            </a:r>
            <a:r>
              <a:rPr lang="en-US" dirty="0">
                <a:latin typeface="League Spartan" pitchFamily="2" charset="0"/>
              </a:rPr>
              <a:t>’);</a:t>
            </a:r>
          </a:p>
          <a:p>
            <a:pPr marL="146050" indent="0">
              <a:buNone/>
            </a:pPr>
            <a:endParaRPr lang="en-US" dirty="0">
              <a:solidFill>
                <a:schemeClr val="bg2"/>
              </a:solidFill>
              <a:latin typeface="League Spart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364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157868-DDE1-C211-B2AD-412F89D1F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18D1029-7DD3-4521-4321-CAD93A47FA1A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DC381B2-EDC8-9B62-8C4D-5EE3A6AB2D76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A99AB86-0FC0-B73C-855C-62B9990B7918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JavaScript Events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4AD904B-B53E-B7C2-368C-8486D1988BC1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984EBE-FE20-361C-B2E8-3356D837D219}"/>
              </a:ext>
            </a:extLst>
          </p:cNvPr>
          <p:cNvSpPr txBox="1"/>
          <p:nvPr/>
        </p:nvSpPr>
        <p:spPr>
          <a:xfrm>
            <a:off x="685800" y="2699875"/>
            <a:ext cx="174018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Two way </a:t>
            </a:r>
            <a:br>
              <a:rPr lang="en-US" dirty="0">
                <a:latin typeface="League Spartan" pitchFamily="2" charset="0"/>
              </a:rPr>
            </a:br>
            <a:br>
              <a:rPr lang="en-US" dirty="0">
                <a:latin typeface="League Spartan" pitchFamily="2" charset="0"/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eague Spartan" pitchFamily="2" charset="0"/>
              </a:rPr>
              <a:t>&lt;button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onclick</a:t>
            </a:r>
            <a:r>
              <a:rPr lang="en-US" dirty="0">
                <a:latin typeface="League Spartan" pitchFamily="2" charset="0"/>
              </a:rPr>
              <a:t>="</a:t>
            </a:r>
            <a:r>
              <a:rPr lang="en-US" dirty="0" err="1">
                <a:latin typeface="League Spartan" pitchFamily="2" charset="0"/>
              </a:rPr>
              <a:t>myFunction</a:t>
            </a:r>
            <a:r>
              <a:rPr lang="en-US" dirty="0">
                <a:latin typeface="League Spartan" pitchFamily="2" charset="0"/>
              </a:rPr>
              <a:t>()"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eague Spartan" pitchFamily="2" charset="0"/>
              </a:rPr>
              <a:t>&gt;</a:t>
            </a:r>
            <a:r>
              <a:rPr lang="en-US" dirty="0">
                <a:latin typeface="League Spartan" pitchFamily="2" charset="0"/>
              </a:rPr>
              <a:t>Click me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eague Spartan" pitchFamily="2" charset="0"/>
              </a:rPr>
              <a:t>&lt;/button&gt;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//JS Way you can use  a parameter  to get the </a:t>
            </a:r>
            <a:r>
              <a:rPr lang="en-US" dirty="0" err="1">
                <a:solidFill>
                  <a:schemeClr val="tx2"/>
                </a:solidFill>
                <a:latin typeface="League Spartan" pitchFamily="2" charset="0"/>
              </a:rPr>
              <a:t>eventPointer</a:t>
            </a: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 or use this to get  the element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2"/>
              </a:solidFill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League Spartan" pitchFamily="2" charset="0"/>
              </a:rPr>
              <a:t>object.addEventListener</a:t>
            </a:r>
            <a:r>
              <a:rPr lang="en-US" dirty="0">
                <a:latin typeface="League Spartan" pitchFamily="2" charset="0"/>
              </a:rPr>
              <a:t>("click", </a:t>
            </a:r>
            <a:r>
              <a:rPr lang="en-US" dirty="0" err="1">
                <a:latin typeface="League Spartan" pitchFamily="2" charset="0"/>
              </a:rPr>
              <a:t>myScript</a:t>
            </a:r>
            <a:r>
              <a:rPr lang="en-US" dirty="0">
                <a:latin typeface="League Spartan" pitchFamily="2" charset="0"/>
              </a:rPr>
              <a:t>);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League Spartan" pitchFamily="2" charset="0"/>
              </a:rPr>
              <a:t>More events </a:t>
            </a:r>
            <a:r>
              <a:rPr lang="en-US" b="1" u="sng" dirty="0">
                <a:solidFill>
                  <a:schemeClr val="accent2">
                    <a:lumMod val="75000"/>
                  </a:schemeClr>
                </a:solidFill>
                <a:latin typeface="League Spartan" pitchFamily="2" charset="0"/>
                <a:hlinkClick r:id="rId3"/>
              </a:rPr>
              <a:t>here</a:t>
            </a:r>
            <a:endParaRPr lang="en-US" b="1" u="sng" dirty="0">
              <a:solidFill>
                <a:schemeClr val="accent2">
                  <a:lumMod val="75000"/>
                </a:schemeClr>
              </a:solidFill>
              <a:latin typeface="League Spart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04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FDA06E-DEBD-0BB1-6184-B2DF08C0F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E34793D-0DCA-57CA-798F-AF3B395B3691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BFCEF8D-623E-9647-57BB-9DB2C8F486F6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83E83A0-F841-BC82-6F31-9073B9048EF9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JavaScript Utilities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3FC9787-4055-3FF7-11C6-99891FD8CDF0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42CBEB-3C94-4233-C533-5A659DFB7E62}"/>
              </a:ext>
            </a:extLst>
          </p:cNvPr>
          <p:cNvSpPr txBox="1"/>
          <p:nvPr/>
        </p:nvSpPr>
        <p:spPr>
          <a:xfrm>
            <a:off x="685800" y="2699875"/>
            <a:ext cx="174018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accent6"/>
                </a:solidFill>
                <a:latin typeface="League Spartan" pitchFamily="2" charset="0"/>
              </a:rPr>
              <a:t>setTimeout</a:t>
            </a:r>
            <a:r>
              <a:rPr lang="en-US" dirty="0">
                <a:latin typeface="League Spartan" pitchFamily="2" charset="0"/>
              </a:rPr>
              <a:t>(function, delay)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//Allow you to delay  a function in a thread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2"/>
              </a:solidFill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//Math give you access to  mathematics functions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League Spartan" pitchFamily="2" charset="0"/>
              </a:rPr>
              <a:t>Math.abs</a:t>
            </a:r>
            <a:r>
              <a:rPr lang="en-US" dirty="0">
                <a:latin typeface="League Spartan" pitchFamily="2" charset="0"/>
              </a:rPr>
              <a:t>(x)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bg2"/>
              </a:solidFill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//Allow you to print in console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console.log("text")</a:t>
            </a:r>
          </a:p>
        </p:txBody>
      </p:sp>
    </p:spTree>
    <p:extLst>
      <p:ext uri="{BB962C8B-B14F-4D97-AF65-F5344CB8AC3E}">
        <p14:creationId xmlns:p14="http://schemas.microsoft.com/office/powerpoint/2010/main" val="3032477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43600" y="490017"/>
            <a:ext cx="7199522" cy="1757883"/>
          </a:xfrm>
          <a:custGeom>
            <a:avLst/>
            <a:gdLst/>
            <a:ahLst/>
            <a:cxnLst/>
            <a:rect l="l" t="t" r="r" b="b"/>
            <a:pathLst>
              <a:path w="7693445" h="1878483">
                <a:moveTo>
                  <a:pt x="0" y="0"/>
                </a:moveTo>
                <a:lnTo>
                  <a:pt x="7693444" y="0"/>
                </a:lnTo>
                <a:lnTo>
                  <a:pt x="7693444" y="1878483"/>
                </a:lnTo>
                <a:lnTo>
                  <a:pt x="0" y="187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-6784111" y="-2803506"/>
            <a:ext cx="11404820" cy="16553776"/>
          </a:xfrm>
          <a:custGeom>
            <a:avLst/>
            <a:gdLst/>
            <a:ahLst/>
            <a:cxnLst/>
            <a:rect l="l" t="t" r="r" b="b"/>
            <a:pathLst>
              <a:path w="11404820" h="16553776">
                <a:moveTo>
                  <a:pt x="0" y="0"/>
                </a:moveTo>
                <a:lnTo>
                  <a:pt x="11404820" y="0"/>
                </a:lnTo>
                <a:lnTo>
                  <a:pt x="11404820" y="16553776"/>
                </a:lnTo>
                <a:lnTo>
                  <a:pt x="0" y="1655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7000"/>
            </a:blip>
            <a:stretch>
              <a:fillRect t="-6622" r="-98831" b="-6622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" name="TextBox 4"/>
          <p:cNvSpPr txBox="1"/>
          <p:nvPr/>
        </p:nvSpPr>
        <p:spPr>
          <a:xfrm>
            <a:off x="4989722" y="3894549"/>
            <a:ext cx="8153400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Questions 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78237" y="5873338"/>
            <a:ext cx="5370909" cy="544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dirty="0">
                <a:solidFill>
                  <a:srgbClr val="000000"/>
                </a:solidFill>
                <a:latin typeface="League Spartan"/>
              </a:rPr>
              <a:t>Ask them all !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1962D1B6-09A0-DE80-8A5A-13AA6C3C3935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074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a533b7f-d1b2-4732-8c65-60187aae064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19BD98196BF6448D688927989EA911" ma:contentTypeVersion="5" ma:contentTypeDescription="Crée un document." ma:contentTypeScope="" ma:versionID="acce70141d18b95d58db09764113ea70">
  <xsd:schema xmlns:xsd="http://www.w3.org/2001/XMLSchema" xmlns:xs="http://www.w3.org/2001/XMLSchema" xmlns:p="http://schemas.microsoft.com/office/2006/metadata/properties" xmlns:ns3="8a533b7f-d1b2-4732-8c65-60187aae0641" targetNamespace="http://schemas.microsoft.com/office/2006/metadata/properties" ma:root="true" ma:fieldsID="038cf83997e8f044674cfcb84a747881" ns3:_="">
    <xsd:import namespace="8a533b7f-d1b2-4732-8c65-60187aae064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533b7f-d1b2-4732-8c65-60187aae06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1EED0A8-49B1-4948-B230-1113E63BA0F6}">
  <ds:schemaRefs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8a533b7f-d1b2-4732-8c65-60187aae0641"/>
  </ds:schemaRefs>
</ds:datastoreItem>
</file>

<file path=customXml/itemProps2.xml><?xml version="1.0" encoding="utf-8"?>
<ds:datastoreItem xmlns:ds="http://schemas.openxmlformats.org/officeDocument/2006/customXml" ds:itemID="{B960FBB9-BB2A-4C0C-99E0-CCC605F6F9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533b7f-d1b2-4732-8c65-60187aae064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741235D-E011-4A36-B0C3-74FBDCE6D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691</Words>
  <Application>Microsoft Office PowerPoint</Application>
  <PresentationFormat>Custom</PresentationFormat>
  <Paragraphs>155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League Spartan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DSTI</dc:title>
  <cp:lastModifiedBy>Clément ZIANE</cp:lastModifiedBy>
  <cp:revision>12</cp:revision>
  <dcterms:created xsi:type="dcterms:W3CDTF">2006-08-16T00:00:00Z</dcterms:created>
  <dcterms:modified xsi:type="dcterms:W3CDTF">2024-11-06T08:20:30Z</dcterms:modified>
  <dc:identifier>DAGJUFwy58s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0x010100C419BD98196BF6448D688927989EA911</vt:lpwstr>
  </property>
</Properties>
</file>